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diagrams/data10.xml" ContentType="application/vnd.openxmlformats-officedocument.drawingml.diagramData+xml"/>
  <Override PartName="/ppt/diagrams/layout10.xml" ContentType="application/vnd.openxmlformats-officedocument.drawingml.diagramLayout+xml"/>
  <Override PartName="/ppt/diagrams/quickStyle10.xml" ContentType="application/vnd.openxmlformats-officedocument.drawingml.diagramStyle+xml"/>
  <Override PartName="/ppt/diagrams/colors10.xml" ContentType="application/vnd.openxmlformats-officedocument.drawingml.diagramColors+xml"/>
  <Override PartName="/ppt/diagrams/drawing10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5"/>
  </p:sldMasterIdLst>
  <p:handoutMasterIdLst>
    <p:handoutMasterId r:id="rId19"/>
  </p:handoutMasterIdLst>
  <p:sldIdLst>
    <p:sldId id="256" r:id="rId6"/>
    <p:sldId id="280" r:id="rId7"/>
    <p:sldId id="282" r:id="rId8"/>
    <p:sldId id="283" r:id="rId9"/>
    <p:sldId id="284" r:id="rId10"/>
    <p:sldId id="285" r:id="rId11"/>
    <p:sldId id="286" r:id="rId12"/>
    <p:sldId id="287" r:id="rId13"/>
    <p:sldId id="289" r:id="rId14"/>
    <p:sldId id="290" r:id="rId15"/>
    <p:sldId id="291" r:id="rId16"/>
    <p:sldId id="292" r:id="rId17"/>
    <p:sldId id="265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5A3D9"/>
    <a:srgbClr val="3F9FD8"/>
    <a:srgbClr val="004880"/>
    <a:srgbClr val="FFDF7D"/>
    <a:srgbClr val="66B3E4"/>
    <a:srgbClr val="ECECEC"/>
    <a:srgbClr val="7FA3BF"/>
    <a:srgbClr val="595959"/>
    <a:srgbClr val="F9F0E0"/>
    <a:srgbClr val="F2F7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D82F748-1AD2-473F-9C9E-DF14A1FF5DC4}" v="123" dt="2025-11-09T16:55:41.50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837" autoAdjust="0"/>
    <p:restoredTop sz="94660"/>
  </p:normalViewPr>
  <p:slideViewPr>
    <p:cSldViewPr snapToGrid="0">
      <p:cViewPr varScale="1">
        <p:scale>
          <a:sx n="73" d="100"/>
          <a:sy n="73" d="100"/>
        </p:scale>
        <p:origin x="86" y="2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5" d="100"/>
          <a:sy n="65" d="100"/>
        </p:scale>
        <p:origin x="3154" y="67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microsoft.com/office/2016/11/relationships/changesInfo" Target="changesInfos/changesInfo1.xml"/><Relationship Id="rId5" Type="http://schemas.openxmlformats.org/officeDocument/2006/relationships/slideMaster" Target="slideMasters/slideMaster1.xml"/><Relationship Id="rId15" Type="http://schemas.openxmlformats.org/officeDocument/2006/relationships/slide" Target="slides/slide10.xml"/><Relationship Id="rId23" Type="http://schemas.openxmlformats.org/officeDocument/2006/relationships/tableStyles" Target="tableStyles.xml"/><Relationship Id="rId10" Type="http://schemas.openxmlformats.org/officeDocument/2006/relationships/slide" Target="slides/slide5.xml"/><Relationship Id="rId19" Type="http://schemas.openxmlformats.org/officeDocument/2006/relationships/handoutMaster" Target="handoutMasters/handoutMaster1.xml"/><Relationship Id="rId4" Type="http://schemas.openxmlformats.org/officeDocument/2006/relationships/customXml" Target="../customXml/item4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hivam kumar sinha" userId="f6c8076908451f30" providerId="LiveId" clId="{7A73AF07-04EB-4083-A4A7-A61EB6FB4D8C}"/>
    <pc:docChg chg="undo custSel addSld delSld modSld">
      <pc:chgData name="shivam kumar sinha" userId="f6c8076908451f30" providerId="LiveId" clId="{7A73AF07-04EB-4083-A4A7-A61EB6FB4D8C}" dt="2025-11-09T16:55:41.500" v="313"/>
      <pc:docMkLst>
        <pc:docMk/>
      </pc:docMkLst>
      <pc:sldChg chg="addSp delSp modSp mod modTransition setBg modClrScheme chgLayout">
        <pc:chgData name="shivam kumar sinha" userId="f6c8076908451f30" providerId="LiveId" clId="{7A73AF07-04EB-4083-A4A7-A61EB6FB4D8C}" dt="2025-11-09T16:55:07.069" v="301"/>
        <pc:sldMkLst>
          <pc:docMk/>
          <pc:sldMk cId="245837743" sldId="256"/>
        </pc:sldMkLst>
        <pc:spChg chg="add del mod">
          <ac:chgData name="shivam kumar sinha" userId="f6c8076908451f30" providerId="LiveId" clId="{7A73AF07-04EB-4083-A4A7-A61EB6FB4D8C}" dt="2025-11-09T16:52:26.964" v="237" actId="478"/>
          <ac:spMkLst>
            <pc:docMk/>
            <pc:sldMk cId="245837743" sldId="256"/>
            <ac:spMk id="2" creationId="{4ADB5556-BC86-DA6B-6086-9B66DFFB2024}"/>
          </ac:spMkLst>
        </pc:spChg>
        <pc:spChg chg="add del mod">
          <ac:chgData name="shivam kumar sinha" userId="f6c8076908451f30" providerId="LiveId" clId="{7A73AF07-04EB-4083-A4A7-A61EB6FB4D8C}" dt="2025-11-09T16:51:22.506" v="232"/>
          <ac:spMkLst>
            <pc:docMk/>
            <pc:sldMk cId="245837743" sldId="256"/>
            <ac:spMk id="3" creationId="{20F922D3-DE3D-A849-1EED-B8D4CAD9ABC7}"/>
          </ac:spMkLst>
        </pc:spChg>
        <pc:spChg chg="add del mod">
          <ac:chgData name="shivam kumar sinha" userId="f6c8076908451f30" providerId="LiveId" clId="{7A73AF07-04EB-4083-A4A7-A61EB6FB4D8C}" dt="2025-11-09T16:52:10.335" v="235" actId="6264"/>
          <ac:spMkLst>
            <pc:docMk/>
            <pc:sldMk cId="245837743" sldId="256"/>
            <ac:spMk id="4" creationId="{6C796D52-09B7-6D67-6DCB-4F99951CFFA1}"/>
          </ac:spMkLst>
        </pc:spChg>
        <pc:spChg chg="add del mod ord">
          <ac:chgData name="shivam kumar sinha" userId="f6c8076908451f30" providerId="LiveId" clId="{7A73AF07-04EB-4083-A4A7-A61EB6FB4D8C}" dt="2025-11-09T16:52:31.664" v="238" actId="700"/>
          <ac:spMkLst>
            <pc:docMk/>
            <pc:sldMk cId="245837743" sldId="256"/>
            <ac:spMk id="5" creationId="{1101A5B5-FB32-5EEF-4379-B1AB022F9588}"/>
          </ac:spMkLst>
        </pc:spChg>
        <pc:spChg chg="add mod ord">
          <ac:chgData name="shivam kumar sinha" userId="f6c8076908451f30" providerId="LiveId" clId="{7A73AF07-04EB-4083-A4A7-A61EB6FB4D8C}" dt="2025-11-09T16:53:45.162" v="283" actId="1076"/>
          <ac:spMkLst>
            <pc:docMk/>
            <pc:sldMk cId="245837743" sldId="256"/>
            <ac:spMk id="6" creationId="{118C0FB3-4408-CAC0-4049-69385A854F6C}"/>
          </ac:spMkLst>
        </pc:spChg>
        <pc:spChg chg="mod ord">
          <ac:chgData name="shivam kumar sinha" userId="f6c8076908451f30" providerId="LiveId" clId="{7A73AF07-04EB-4083-A4A7-A61EB6FB4D8C}" dt="2025-11-09T16:53:32.403" v="279" actId="14100"/>
          <ac:spMkLst>
            <pc:docMk/>
            <pc:sldMk cId="245837743" sldId="256"/>
            <ac:spMk id="15" creationId="{9E82882D-F3C1-4C31-B151-94048313653A}"/>
          </ac:spMkLst>
        </pc:spChg>
      </pc:sldChg>
      <pc:sldChg chg="modSp del mod">
        <pc:chgData name="shivam kumar sinha" userId="f6c8076908451f30" providerId="LiveId" clId="{7A73AF07-04EB-4083-A4A7-A61EB6FB4D8C}" dt="2025-11-09T10:56:15.111" v="73" actId="47"/>
        <pc:sldMkLst>
          <pc:docMk/>
          <pc:sldMk cId="2997260212" sldId="259"/>
        </pc:sldMkLst>
        <pc:spChg chg="mod">
          <ac:chgData name="shivam kumar sinha" userId="f6c8076908451f30" providerId="LiveId" clId="{7A73AF07-04EB-4083-A4A7-A61EB6FB4D8C}" dt="2025-11-09T10:48:30.571" v="6" actId="21"/>
          <ac:spMkLst>
            <pc:docMk/>
            <pc:sldMk cId="2997260212" sldId="259"/>
            <ac:spMk id="8" creationId="{D451BC80-65E0-41C8-63BE-744D31076D90}"/>
          </ac:spMkLst>
        </pc:spChg>
        <pc:spChg chg="mod">
          <ac:chgData name="shivam kumar sinha" userId="f6c8076908451f30" providerId="LiveId" clId="{7A73AF07-04EB-4083-A4A7-A61EB6FB4D8C}" dt="2025-11-09T10:48:20.831" v="5"/>
          <ac:spMkLst>
            <pc:docMk/>
            <pc:sldMk cId="2997260212" sldId="259"/>
            <ac:spMk id="14" creationId="{44E3B9C0-D4F4-BC78-C228-3D3A088EDB36}"/>
          </ac:spMkLst>
        </pc:spChg>
      </pc:sldChg>
      <pc:sldChg chg="del">
        <pc:chgData name="shivam kumar sinha" userId="f6c8076908451f30" providerId="LiveId" clId="{7A73AF07-04EB-4083-A4A7-A61EB6FB4D8C}" dt="2025-11-09T10:56:37.702" v="85" actId="47"/>
        <pc:sldMkLst>
          <pc:docMk/>
          <pc:sldMk cId="3721533725" sldId="260"/>
        </pc:sldMkLst>
      </pc:sldChg>
      <pc:sldChg chg="add del">
        <pc:chgData name="shivam kumar sinha" userId="f6c8076908451f30" providerId="LiveId" clId="{7A73AF07-04EB-4083-A4A7-A61EB6FB4D8C}" dt="2025-11-09T16:42:23.779" v="112" actId="2696"/>
        <pc:sldMkLst>
          <pc:docMk/>
          <pc:sldMk cId="2316297319" sldId="261"/>
        </pc:sldMkLst>
      </pc:sldChg>
      <pc:sldChg chg="del">
        <pc:chgData name="shivam kumar sinha" userId="f6c8076908451f30" providerId="LiveId" clId="{7A73AF07-04EB-4083-A4A7-A61EB6FB4D8C}" dt="2025-11-09T10:49:24.514" v="12" actId="47"/>
        <pc:sldMkLst>
          <pc:docMk/>
          <pc:sldMk cId="2405068303" sldId="262"/>
        </pc:sldMkLst>
      </pc:sldChg>
      <pc:sldChg chg="del">
        <pc:chgData name="shivam kumar sinha" userId="f6c8076908451f30" providerId="LiveId" clId="{7A73AF07-04EB-4083-A4A7-A61EB6FB4D8C}" dt="2025-11-09T10:56:39.249" v="87" actId="47"/>
        <pc:sldMkLst>
          <pc:docMk/>
          <pc:sldMk cId="102243320" sldId="263"/>
        </pc:sldMkLst>
      </pc:sldChg>
      <pc:sldChg chg="del">
        <pc:chgData name="shivam kumar sinha" userId="f6c8076908451f30" providerId="LiveId" clId="{7A73AF07-04EB-4083-A4A7-A61EB6FB4D8C}" dt="2025-11-09T10:56:26.203" v="75" actId="47"/>
        <pc:sldMkLst>
          <pc:docMk/>
          <pc:sldMk cId="3201629012" sldId="264"/>
        </pc:sldMkLst>
      </pc:sldChg>
      <pc:sldChg chg="addSp delSp modSp mod modTransition modClrScheme chgLayout">
        <pc:chgData name="shivam kumar sinha" userId="f6c8076908451f30" providerId="LiveId" clId="{7A73AF07-04EB-4083-A4A7-A61EB6FB4D8C}" dt="2025-11-09T16:55:41.500" v="313"/>
        <pc:sldMkLst>
          <pc:docMk/>
          <pc:sldMk cId="3285503349" sldId="265"/>
        </pc:sldMkLst>
        <pc:spChg chg="mod">
          <ac:chgData name="shivam kumar sinha" userId="f6c8076908451f30" providerId="LiveId" clId="{7A73AF07-04EB-4083-A4A7-A61EB6FB4D8C}" dt="2025-11-09T16:54:11.011" v="299" actId="26606"/>
          <ac:spMkLst>
            <pc:docMk/>
            <pc:sldMk cId="3285503349" sldId="265"/>
            <ac:spMk id="5" creationId="{83DB2B9B-DFAC-0E48-FC1D-B5B0DA45A3F1}"/>
          </ac:spMkLst>
        </pc:spChg>
        <pc:spChg chg="del">
          <ac:chgData name="shivam kumar sinha" userId="f6c8076908451f30" providerId="LiveId" clId="{7A73AF07-04EB-4083-A4A7-A61EB6FB4D8C}" dt="2025-11-09T10:56:45.323" v="88" actId="478"/>
          <ac:spMkLst>
            <pc:docMk/>
            <pc:sldMk cId="3285503349" sldId="265"/>
            <ac:spMk id="6" creationId="{0C2231E3-9529-67C1-4CEA-48C828D42BA3}"/>
          </ac:spMkLst>
        </pc:spChg>
        <pc:spChg chg="add del mod">
          <ac:chgData name="shivam kumar sinha" userId="f6c8076908451f30" providerId="LiveId" clId="{7A73AF07-04EB-4083-A4A7-A61EB6FB4D8C}" dt="2025-11-09T16:54:14.516" v="300" actId="478"/>
          <ac:spMkLst>
            <pc:docMk/>
            <pc:sldMk cId="3285503349" sldId="265"/>
            <ac:spMk id="10" creationId="{ECF96588-76E0-3E1A-B66F-EE36EA561635}"/>
          </ac:spMkLst>
        </pc:spChg>
      </pc:sldChg>
      <pc:sldChg chg="del">
        <pc:chgData name="shivam kumar sinha" userId="f6c8076908451f30" providerId="LiveId" clId="{7A73AF07-04EB-4083-A4A7-A61EB6FB4D8C}" dt="2025-11-09T10:49:25.640" v="13" actId="47"/>
        <pc:sldMkLst>
          <pc:docMk/>
          <pc:sldMk cId="1173898788" sldId="266"/>
        </pc:sldMkLst>
      </pc:sldChg>
      <pc:sldChg chg="del">
        <pc:chgData name="shivam kumar sinha" userId="f6c8076908451f30" providerId="LiveId" clId="{7A73AF07-04EB-4083-A4A7-A61EB6FB4D8C}" dt="2025-11-09T10:56:37.051" v="84" actId="47"/>
        <pc:sldMkLst>
          <pc:docMk/>
          <pc:sldMk cId="912629162" sldId="267"/>
        </pc:sldMkLst>
      </pc:sldChg>
      <pc:sldChg chg="del">
        <pc:chgData name="shivam kumar sinha" userId="f6c8076908451f30" providerId="LiveId" clId="{7A73AF07-04EB-4083-A4A7-A61EB6FB4D8C}" dt="2025-11-09T10:56:38.539" v="86" actId="47"/>
        <pc:sldMkLst>
          <pc:docMk/>
          <pc:sldMk cId="368434071" sldId="268"/>
        </pc:sldMkLst>
      </pc:sldChg>
      <pc:sldChg chg="del">
        <pc:chgData name="shivam kumar sinha" userId="f6c8076908451f30" providerId="LiveId" clId="{7A73AF07-04EB-4083-A4A7-A61EB6FB4D8C}" dt="2025-11-09T10:56:36.183" v="83" actId="47"/>
        <pc:sldMkLst>
          <pc:docMk/>
          <pc:sldMk cId="270434036" sldId="269"/>
        </pc:sldMkLst>
      </pc:sldChg>
      <pc:sldChg chg="del">
        <pc:chgData name="shivam kumar sinha" userId="f6c8076908451f30" providerId="LiveId" clId="{7A73AF07-04EB-4083-A4A7-A61EB6FB4D8C}" dt="2025-11-09T10:56:33.592" v="79" actId="47"/>
        <pc:sldMkLst>
          <pc:docMk/>
          <pc:sldMk cId="2550141634" sldId="271"/>
        </pc:sldMkLst>
      </pc:sldChg>
      <pc:sldChg chg="del">
        <pc:chgData name="shivam kumar sinha" userId="f6c8076908451f30" providerId="LiveId" clId="{7A73AF07-04EB-4083-A4A7-A61EB6FB4D8C}" dt="2025-11-09T10:56:34.221" v="80" actId="47"/>
        <pc:sldMkLst>
          <pc:docMk/>
          <pc:sldMk cId="811616616" sldId="272"/>
        </pc:sldMkLst>
      </pc:sldChg>
      <pc:sldChg chg="del">
        <pc:chgData name="shivam kumar sinha" userId="f6c8076908451f30" providerId="LiveId" clId="{7A73AF07-04EB-4083-A4A7-A61EB6FB4D8C}" dt="2025-11-09T10:56:35.612" v="82" actId="47"/>
        <pc:sldMkLst>
          <pc:docMk/>
          <pc:sldMk cId="93348215" sldId="273"/>
        </pc:sldMkLst>
      </pc:sldChg>
      <pc:sldChg chg="del">
        <pc:chgData name="shivam kumar sinha" userId="f6c8076908451f30" providerId="LiveId" clId="{7A73AF07-04EB-4083-A4A7-A61EB6FB4D8C}" dt="2025-11-09T10:56:34.768" v="81" actId="47"/>
        <pc:sldMkLst>
          <pc:docMk/>
          <pc:sldMk cId="4243517795" sldId="274"/>
        </pc:sldMkLst>
      </pc:sldChg>
      <pc:sldChg chg="del">
        <pc:chgData name="shivam kumar sinha" userId="f6c8076908451f30" providerId="LiveId" clId="{7A73AF07-04EB-4083-A4A7-A61EB6FB4D8C}" dt="2025-11-09T10:56:33.165" v="78" actId="47"/>
        <pc:sldMkLst>
          <pc:docMk/>
          <pc:sldMk cId="1753598283" sldId="275"/>
        </pc:sldMkLst>
      </pc:sldChg>
      <pc:sldChg chg="del">
        <pc:chgData name="shivam kumar sinha" userId="f6c8076908451f30" providerId="LiveId" clId="{7A73AF07-04EB-4083-A4A7-A61EB6FB4D8C}" dt="2025-11-09T10:56:32.818" v="77" actId="47"/>
        <pc:sldMkLst>
          <pc:docMk/>
          <pc:sldMk cId="1076997127" sldId="276"/>
        </pc:sldMkLst>
      </pc:sldChg>
      <pc:sldChg chg="del">
        <pc:chgData name="shivam kumar sinha" userId="f6c8076908451f30" providerId="LiveId" clId="{7A73AF07-04EB-4083-A4A7-A61EB6FB4D8C}" dt="2025-11-09T10:56:18.582" v="74" actId="47"/>
        <pc:sldMkLst>
          <pc:docMk/>
          <pc:sldMk cId="2839308473" sldId="278"/>
        </pc:sldMkLst>
      </pc:sldChg>
      <pc:sldChg chg="del">
        <pc:chgData name="shivam kumar sinha" userId="f6c8076908451f30" providerId="LiveId" clId="{7A73AF07-04EB-4083-A4A7-A61EB6FB4D8C}" dt="2025-11-09T10:49:26.577" v="14" actId="47"/>
        <pc:sldMkLst>
          <pc:docMk/>
          <pc:sldMk cId="2800498482" sldId="279"/>
        </pc:sldMkLst>
      </pc:sldChg>
      <pc:sldChg chg="addSp delSp modSp add mod modTransition modClrScheme chgLayout">
        <pc:chgData name="shivam kumar sinha" userId="f6c8076908451f30" providerId="LiveId" clId="{7A73AF07-04EB-4083-A4A7-A61EB6FB4D8C}" dt="2025-11-09T16:55:08.905" v="302"/>
        <pc:sldMkLst>
          <pc:docMk/>
          <pc:sldMk cId="2887164580" sldId="280"/>
        </pc:sldMkLst>
        <pc:spChg chg="del mod">
          <ac:chgData name="shivam kumar sinha" userId="f6c8076908451f30" providerId="LiveId" clId="{7A73AF07-04EB-4083-A4A7-A61EB6FB4D8C}" dt="2025-11-09T10:57:17.947" v="89" actId="26606"/>
          <ac:spMkLst>
            <pc:docMk/>
            <pc:sldMk cId="2887164580" sldId="280"/>
            <ac:spMk id="8" creationId="{0926B424-23BC-B614-D20E-E2F772E22C04}"/>
          </ac:spMkLst>
        </pc:spChg>
        <pc:spChg chg="mod">
          <ac:chgData name="shivam kumar sinha" userId="f6c8076908451f30" providerId="LiveId" clId="{7A73AF07-04EB-4083-A4A7-A61EB6FB4D8C}" dt="2025-11-09T10:57:17.947" v="89" actId="26606"/>
          <ac:spMkLst>
            <pc:docMk/>
            <pc:sldMk cId="2887164580" sldId="280"/>
            <ac:spMk id="14" creationId="{33F8E170-CF8F-EB3A-F182-410A330E5E90}"/>
          </ac:spMkLst>
        </pc:spChg>
        <pc:graphicFrameChg chg="add">
          <ac:chgData name="shivam kumar sinha" userId="f6c8076908451f30" providerId="LiveId" clId="{7A73AF07-04EB-4083-A4A7-A61EB6FB4D8C}" dt="2025-11-09T10:57:17.947" v="89" actId="26606"/>
          <ac:graphicFrameMkLst>
            <pc:docMk/>
            <pc:sldMk cId="2887164580" sldId="280"/>
            <ac:graphicFrameMk id="16" creationId="{9C972784-1042-DE2B-617A-D4DED0630F22}"/>
          </ac:graphicFrameMkLst>
        </pc:graphicFrameChg>
      </pc:sldChg>
      <pc:sldChg chg="addSp delSp modSp add del mod modClrScheme chgLayout">
        <pc:chgData name="shivam kumar sinha" userId="f6c8076908451f30" providerId="LiveId" clId="{7A73AF07-04EB-4083-A4A7-A61EB6FB4D8C}" dt="2025-11-09T16:42:31.168" v="113" actId="2696"/>
        <pc:sldMkLst>
          <pc:docMk/>
          <pc:sldMk cId="2452528354" sldId="281"/>
        </pc:sldMkLst>
        <pc:spChg chg="del mod">
          <ac:chgData name="shivam kumar sinha" userId="f6c8076908451f30" providerId="LiveId" clId="{7A73AF07-04EB-4083-A4A7-A61EB6FB4D8C}" dt="2025-11-09T10:57:22.463" v="90" actId="26606"/>
          <ac:spMkLst>
            <pc:docMk/>
            <pc:sldMk cId="2452528354" sldId="281"/>
            <ac:spMk id="8" creationId="{80900441-0413-EB70-7C3E-518D8DE71DE2}"/>
          </ac:spMkLst>
        </pc:spChg>
        <pc:spChg chg="mod">
          <ac:chgData name="shivam kumar sinha" userId="f6c8076908451f30" providerId="LiveId" clId="{7A73AF07-04EB-4083-A4A7-A61EB6FB4D8C}" dt="2025-11-09T10:57:22.463" v="90" actId="26606"/>
          <ac:spMkLst>
            <pc:docMk/>
            <pc:sldMk cId="2452528354" sldId="281"/>
            <ac:spMk id="14" creationId="{99551171-F3CD-F2A7-B85A-E36CD96A0CD5}"/>
          </ac:spMkLst>
        </pc:spChg>
        <pc:graphicFrameChg chg="add">
          <ac:chgData name="shivam kumar sinha" userId="f6c8076908451f30" providerId="LiveId" clId="{7A73AF07-04EB-4083-A4A7-A61EB6FB4D8C}" dt="2025-11-09T10:57:22.463" v="90" actId="26606"/>
          <ac:graphicFrameMkLst>
            <pc:docMk/>
            <pc:sldMk cId="2452528354" sldId="281"/>
            <ac:graphicFrameMk id="16" creationId="{07A74180-EA27-4883-1F44-3CE2ED28B157}"/>
          </ac:graphicFrameMkLst>
        </pc:graphicFrameChg>
      </pc:sldChg>
      <pc:sldChg chg="addSp delSp modSp add mod replId modTransition modClrScheme chgLayout">
        <pc:chgData name="shivam kumar sinha" userId="f6c8076908451f30" providerId="LiveId" clId="{7A73AF07-04EB-4083-A4A7-A61EB6FB4D8C}" dt="2025-11-09T16:55:11.185" v="303"/>
        <pc:sldMkLst>
          <pc:docMk/>
          <pc:sldMk cId="344248349" sldId="282"/>
        </pc:sldMkLst>
        <pc:spChg chg="del mod">
          <ac:chgData name="shivam kumar sinha" userId="f6c8076908451f30" providerId="LiveId" clId="{7A73AF07-04EB-4083-A4A7-A61EB6FB4D8C}" dt="2025-11-09T10:57:34.787" v="91" actId="26606"/>
          <ac:spMkLst>
            <pc:docMk/>
            <pc:sldMk cId="344248349" sldId="282"/>
            <ac:spMk id="8" creationId="{FE5EE28F-6F98-21C8-F142-B0DE14CE8560}"/>
          </ac:spMkLst>
        </pc:spChg>
        <pc:spChg chg="mod">
          <ac:chgData name="shivam kumar sinha" userId="f6c8076908451f30" providerId="LiveId" clId="{7A73AF07-04EB-4083-A4A7-A61EB6FB4D8C}" dt="2025-11-09T10:57:34.787" v="91" actId="26606"/>
          <ac:spMkLst>
            <pc:docMk/>
            <pc:sldMk cId="344248349" sldId="282"/>
            <ac:spMk id="14" creationId="{6A6C0DBD-1602-DA35-3BB1-7714318BE57B}"/>
          </ac:spMkLst>
        </pc:spChg>
        <pc:graphicFrameChg chg="add">
          <ac:chgData name="shivam kumar sinha" userId="f6c8076908451f30" providerId="LiveId" clId="{7A73AF07-04EB-4083-A4A7-A61EB6FB4D8C}" dt="2025-11-09T10:57:34.787" v="91" actId="26606"/>
          <ac:graphicFrameMkLst>
            <pc:docMk/>
            <pc:sldMk cId="344248349" sldId="282"/>
            <ac:graphicFrameMk id="16" creationId="{4A071159-7D65-1605-D7EB-FD774844EB20}"/>
          </ac:graphicFrameMkLst>
        </pc:graphicFrameChg>
      </pc:sldChg>
      <pc:sldChg chg="addSp delSp modSp add mod modTransition modClrScheme chgLayout">
        <pc:chgData name="shivam kumar sinha" userId="f6c8076908451f30" providerId="LiveId" clId="{7A73AF07-04EB-4083-A4A7-A61EB6FB4D8C}" dt="2025-11-09T16:55:13.742" v="304"/>
        <pc:sldMkLst>
          <pc:docMk/>
          <pc:sldMk cId="288360413" sldId="283"/>
        </pc:sldMkLst>
        <pc:spChg chg="del mod">
          <ac:chgData name="shivam kumar sinha" userId="f6c8076908451f30" providerId="LiveId" clId="{7A73AF07-04EB-4083-A4A7-A61EB6FB4D8C}" dt="2025-11-09T10:57:38.114" v="92" actId="26606"/>
          <ac:spMkLst>
            <pc:docMk/>
            <pc:sldMk cId="288360413" sldId="283"/>
            <ac:spMk id="8" creationId="{BB8FC038-1131-6D93-AA40-BAF23A72048D}"/>
          </ac:spMkLst>
        </pc:spChg>
        <pc:spChg chg="mod">
          <ac:chgData name="shivam kumar sinha" userId="f6c8076908451f30" providerId="LiveId" clId="{7A73AF07-04EB-4083-A4A7-A61EB6FB4D8C}" dt="2025-11-09T10:57:38.114" v="92" actId="26606"/>
          <ac:spMkLst>
            <pc:docMk/>
            <pc:sldMk cId="288360413" sldId="283"/>
            <ac:spMk id="14" creationId="{6EE3268C-31D0-81DE-18D1-42A3FEBC0AB0}"/>
          </ac:spMkLst>
        </pc:spChg>
        <pc:graphicFrameChg chg="add">
          <ac:chgData name="shivam kumar sinha" userId="f6c8076908451f30" providerId="LiveId" clId="{7A73AF07-04EB-4083-A4A7-A61EB6FB4D8C}" dt="2025-11-09T10:57:38.114" v="92" actId="26606"/>
          <ac:graphicFrameMkLst>
            <pc:docMk/>
            <pc:sldMk cId="288360413" sldId="283"/>
            <ac:graphicFrameMk id="16" creationId="{40D5AF18-95B3-F8C3-C09D-E31F807A628B}"/>
          </ac:graphicFrameMkLst>
        </pc:graphicFrameChg>
      </pc:sldChg>
      <pc:sldChg chg="addSp delSp modSp add mod replId modTransition modClrScheme chgLayout">
        <pc:chgData name="shivam kumar sinha" userId="f6c8076908451f30" providerId="LiveId" clId="{7A73AF07-04EB-4083-A4A7-A61EB6FB4D8C}" dt="2025-11-09T16:55:16.233" v="305"/>
        <pc:sldMkLst>
          <pc:docMk/>
          <pc:sldMk cId="2861759359" sldId="284"/>
        </pc:sldMkLst>
        <pc:spChg chg="del mod">
          <ac:chgData name="shivam kumar sinha" userId="f6c8076908451f30" providerId="LiveId" clId="{7A73AF07-04EB-4083-A4A7-A61EB6FB4D8C}" dt="2025-11-09T10:57:42.557" v="93" actId="26606"/>
          <ac:spMkLst>
            <pc:docMk/>
            <pc:sldMk cId="2861759359" sldId="284"/>
            <ac:spMk id="8" creationId="{D3D1D1FC-B291-FAFA-CD52-2CA4DE5E779D}"/>
          </ac:spMkLst>
        </pc:spChg>
        <pc:spChg chg="mod">
          <ac:chgData name="shivam kumar sinha" userId="f6c8076908451f30" providerId="LiveId" clId="{7A73AF07-04EB-4083-A4A7-A61EB6FB4D8C}" dt="2025-11-09T10:57:42.557" v="93" actId="26606"/>
          <ac:spMkLst>
            <pc:docMk/>
            <pc:sldMk cId="2861759359" sldId="284"/>
            <ac:spMk id="14" creationId="{4A514722-CF66-9D83-0574-BE3430AB34B5}"/>
          </ac:spMkLst>
        </pc:spChg>
        <pc:graphicFrameChg chg="add">
          <ac:chgData name="shivam kumar sinha" userId="f6c8076908451f30" providerId="LiveId" clId="{7A73AF07-04EB-4083-A4A7-A61EB6FB4D8C}" dt="2025-11-09T10:57:42.557" v="93" actId="26606"/>
          <ac:graphicFrameMkLst>
            <pc:docMk/>
            <pc:sldMk cId="2861759359" sldId="284"/>
            <ac:graphicFrameMk id="16" creationId="{4AEDAE13-28C4-2C2E-1549-265150D5C20D}"/>
          </ac:graphicFrameMkLst>
        </pc:graphicFrameChg>
      </pc:sldChg>
      <pc:sldChg chg="addSp delSp modSp add mod modTransition modClrScheme chgLayout">
        <pc:chgData name="shivam kumar sinha" userId="f6c8076908451f30" providerId="LiveId" clId="{7A73AF07-04EB-4083-A4A7-A61EB6FB4D8C}" dt="2025-11-09T16:55:19.014" v="306"/>
        <pc:sldMkLst>
          <pc:docMk/>
          <pc:sldMk cId="1880500086" sldId="285"/>
        </pc:sldMkLst>
        <pc:spChg chg="add del mod">
          <ac:chgData name="shivam kumar sinha" userId="f6c8076908451f30" providerId="LiveId" clId="{7A73AF07-04EB-4083-A4A7-A61EB6FB4D8C}" dt="2025-11-09T10:57:56.155" v="96" actId="26606"/>
          <ac:spMkLst>
            <pc:docMk/>
            <pc:sldMk cId="1880500086" sldId="285"/>
            <ac:spMk id="8" creationId="{A59A882B-13B7-3590-90F3-88AF29A35913}"/>
          </ac:spMkLst>
        </pc:spChg>
        <pc:spChg chg="mod">
          <ac:chgData name="shivam kumar sinha" userId="f6c8076908451f30" providerId="LiveId" clId="{7A73AF07-04EB-4083-A4A7-A61EB6FB4D8C}" dt="2025-11-09T10:58:00.673" v="98" actId="26606"/>
          <ac:spMkLst>
            <pc:docMk/>
            <pc:sldMk cId="1880500086" sldId="285"/>
            <ac:spMk id="14" creationId="{0CAE6695-6E64-023B-EA18-74FBDED487C5}"/>
          </ac:spMkLst>
        </pc:spChg>
        <pc:spChg chg="add del mod">
          <ac:chgData name="shivam kumar sinha" userId="f6c8076908451f30" providerId="LiveId" clId="{7A73AF07-04EB-4083-A4A7-A61EB6FB4D8C}" dt="2025-11-09T10:57:59.050" v="97" actId="478"/>
          <ac:spMkLst>
            <pc:docMk/>
            <pc:sldMk cId="1880500086" sldId="285"/>
            <ac:spMk id="20" creationId="{6098250C-A75D-B012-E5C1-AD5EA14FFCE2}"/>
          </ac:spMkLst>
        </pc:spChg>
        <pc:graphicFrameChg chg="add del">
          <ac:chgData name="shivam kumar sinha" userId="f6c8076908451f30" providerId="LiveId" clId="{7A73AF07-04EB-4083-A4A7-A61EB6FB4D8C}" dt="2025-11-09T10:57:56.140" v="95" actId="26606"/>
          <ac:graphicFrameMkLst>
            <pc:docMk/>
            <pc:sldMk cId="1880500086" sldId="285"/>
            <ac:graphicFrameMk id="16" creationId="{6B1099A9-4EC4-8E50-0932-02FC400BDD6F}"/>
          </ac:graphicFrameMkLst>
        </pc:graphicFrameChg>
        <pc:graphicFrameChg chg="add mod modGraphic">
          <ac:chgData name="shivam kumar sinha" userId="f6c8076908451f30" providerId="LiveId" clId="{7A73AF07-04EB-4083-A4A7-A61EB6FB4D8C}" dt="2025-11-09T16:43:45.912" v="114" actId="26606"/>
          <ac:graphicFrameMkLst>
            <pc:docMk/>
            <pc:sldMk cId="1880500086" sldId="285"/>
            <ac:graphicFrameMk id="18" creationId="{FB64101E-9036-FA66-8254-D4B127471E4A}"/>
          </ac:graphicFrameMkLst>
        </pc:graphicFrameChg>
      </pc:sldChg>
      <pc:sldChg chg="addSp delSp modSp add mod replId modTransition modClrScheme chgLayout">
        <pc:chgData name="shivam kumar sinha" userId="f6c8076908451f30" providerId="LiveId" clId="{7A73AF07-04EB-4083-A4A7-A61EB6FB4D8C}" dt="2025-11-09T16:55:23.148" v="307"/>
        <pc:sldMkLst>
          <pc:docMk/>
          <pc:sldMk cId="3000576908" sldId="286"/>
        </pc:sldMkLst>
        <pc:spChg chg="del mod">
          <ac:chgData name="shivam kumar sinha" userId="f6c8076908451f30" providerId="LiveId" clId="{7A73AF07-04EB-4083-A4A7-A61EB6FB4D8C}" dt="2025-11-09T10:58:29.304" v="100" actId="26606"/>
          <ac:spMkLst>
            <pc:docMk/>
            <pc:sldMk cId="3000576908" sldId="286"/>
            <ac:spMk id="8" creationId="{F0CE1836-2504-1B3D-67AA-2D4BDF1B823C}"/>
          </ac:spMkLst>
        </pc:spChg>
        <pc:spChg chg="mod">
          <ac:chgData name="shivam kumar sinha" userId="f6c8076908451f30" providerId="LiveId" clId="{7A73AF07-04EB-4083-A4A7-A61EB6FB4D8C}" dt="2025-11-09T10:58:29.304" v="100" actId="26606"/>
          <ac:spMkLst>
            <pc:docMk/>
            <pc:sldMk cId="3000576908" sldId="286"/>
            <ac:spMk id="14" creationId="{55C1E00F-DB2B-DFB4-6A50-DF7414CFD1B2}"/>
          </ac:spMkLst>
        </pc:spChg>
        <pc:graphicFrameChg chg="add">
          <ac:chgData name="shivam kumar sinha" userId="f6c8076908451f30" providerId="LiveId" clId="{7A73AF07-04EB-4083-A4A7-A61EB6FB4D8C}" dt="2025-11-09T10:58:29.304" v="100" actId="26606"/>
          <ac:graphicFrameMkLst>
            <pc:docMk/>
            <pc:sldMk cId="3000576908" sldId="286"/>
            <ac:graphicFrameMk id="16" creationId="{01D31E82-3EEE-A72D-3C49-E30049D158DF}"/>
          </ac:graphicFrameMkLst>
        </pc:graphicFrameChg>
      </pc:sldChg>
      <pc:sldChg chg="addSp delSp modSp add mod modTransition modClrScheme chgLayout">
        <pc:chgData name="shivam kumar sinha" userId="f6c8076908451f30" providerId="LiveId" clId="{7A73AF07-04EB-4083-A4A7-A61EB6FB4D8C}" dt="2025-11-09T16:55:25.878" v="308"/>
        <pc:sldMkLst>
          <pc:docMk/>
          <pc:sldMk cId="140217942" sldId="287"/>
        </pc:sldMkLst>
        <pc:spChg chg="del mod ord">
          <ac:chgData name="shivam kumar sinha" userId="f6c8076908451f30" providerId="LiveId" clId="{7A73AF07-04EB-4083-A4A7-A61EB6FB4D8C}" dt="2025-11-09T16:46:45.173" v="117" actId="931"/>
          <ac:spMkLst>
            <pc:docMk/>
            <pc:sldMk cId="140217942" sldId="287"/>
            <ac:spMk id="8" creationId="{88155686-ADFF-9D11-E792-528D7AECA8BE}"/>
          </ac:spMkLst>
        </pc:spChg>
        <pc:spChg chg="mod">
          <ac:chgData name="shivam kumar sinha" userId="f6c8076908451f30" providerId="LiveId" clId="{7A73AF07-04EB-4083-A4A7-A61EB6FB4D8C}" dt="2025-11-09T16:46:47.950" v="120" actId="26606"/>
          <ac:spMkLst>
            <pc:docMk/>
            <pc:sldMk cId="140217942" sldId="287"/>
            <ac:spMk id="14" creationId="{8A0B81B7-BD88-6950-599B-CBE80191A109}"/>
          </ac:spMkLst>
        </pc:spChg>
        <pc:picChg chg="add mod modCrop">
          <ac:chgData name="shivam kumar sinha" userId="f6c8076908451f30" providerId="LiveId" clId="{7A73AF07-04EB-4083-A4A7-A61EB6FB4D8C}" dt="2025-11-09T16:47:34.244" v="127" actId="1076"/>
          <ac:picMkLst>
            <pc:docMk/>
            <pc:sldMk cId="140217942" sldId="287"/>
            <ac:picMk id="3" creationId="{FA63F136-CEA5-78F3-AC15-BDCFF36DF78D}"/>
          </ac:picMkLst>
        </pc:picChg>
      </pc:sldChg>
      <pc:sldChg chg="addSp delSp modSp add del mod replId modClrScheme chgLayout">
        <pc:chgData name="shivam kumar sinha" userId="f6c8076908451f30" providerId="LiveId" clId="{7A73AF07-04EB-4083-A4A7-A61EB6FB4D8C}" dt="2025-11-09T16:44:17.495" v="115" actId="2696"/>
        <pc:sldMkLst>
          <pc:docMk/>
          <pc:sldMk cId="1695609150" sldId="288"/>
        </pc:sldMkLst>
        <pc:spChg chg="del mod">
          <ac:chgData name="shivam kumar sinha" userId="f6c8076908451f30" providerId="LiveId" clId="{7A73AF07-04EB-4083-A4A7-A61EB6FB4D8C}" dt="2025-11-09T10:58:37.445" v="102" actId="26606"/>
          <ac:spMkLst>
            <pc:docMk/>
            <pc:sldMk cId="1695609150" sldId="288"/>
            <ac:spMk id="8" creationId="{EF9637B4-DEAB-1B17-148E-5713203DECFE}"/>
          </ac:spMkLst>
        </pc:spChg>
        <pc:spChg chg="mod">
          <ac:chgData name="shivam kumar sinha" userId="f6c8076908451f30" providerId="LiveId" clId="{7A73AF07-04EB-4083-A4A7-A61EB6FB4D8C}" dt="2025-11-09T10:58:37.445" v="102" actId="26606"/>
          <ac:spMkLst>
            <pc:docMk/>
            <pc:sldMk cId="1695609150" sldId="288"/>
            <ac:spMk id="14" creationId="{C93412F6-E846-4B3E-CAC7-AA6566BA9F56}"/>
          </ac:spMkLst>
        </pc:spChg>
        <pc:graphicFrameChg chg="add">
          <ac:chgData name="shivam kumar sinha" userId="f6c8076908451f30" providerId="LiveId" clId="{7A73AF07-04EB-4083-A4A7-A61EB6FB4D8C}" dt="2025-11-09T10:58:37.445" v="102" actId="26606"/>
          <ac:graphicFrameMkLst>
            <pc:docMk/>
            <pc:sldMk cId="1695609150" sldId="288"/>
            <ac:graphicFrameMk id="16" creationId="{44EF512B-490B-946F-30F4-0E558A8799C0}"/>
          </ac:graphicFrameMkLst>
        </pc:graphicFrameChg>
      </pc:sldChg>
      <pc:sldChg chg="addSp delSp modSp add mod modTransition modClrScheme chgLayout">
        <pc:chgData name="shivam kumar sinha" userId="f6c8076908451f30" providerId="LiveId" clId="{7A73AF07-04EB-4083-A4A7-A61EB6FB4D8C}" dt="2025-11-09T16:55:29.747" v="309"/>
        <pc:sldMkLst>
          <pc:docMk/>
          <pc:sldMk cId="2996401346" sldId="289"/>
        </pc:sldMkLst>
        <pc:spChg chg="del mod">
          <ac:chgData name="shivam kumar sinha" userId="f6c8076908451f30" providerId="LiveId" clId="{7A73AF07-04EB-4083-A4A7-A61EB6FB4D8C}" dt="2025-11-09T11:01:27.028" v="103" actId="26606"/>
          <ac:spMkLst>
            <pc:docMk/>
            <pc:sldMk cId="2996401346" sldId="289"/>
            <ac:spMk id="8" creationId="{4FEA1C27-E9B8-840D-C51D-0EA0A35EFC45}"/>
          </ac:spMkLst>
        </pc:spChg>
        <pc:spChg chg="mod">
          <ac:chgData name="shivam kumar sinha" userId="f6c8076908451f30" providerId="LiveId" clId="{7A73AF07-04EB-4083-A4A7-A61EB6FB4D8C}" dt="2025-11-09T11:01:27.028" v="103" actId="26606"/>
          <ac:spMkLst>
            <pc:docMk/>
            <pc:sldMk cId="2996401346" sldId="289"/>
            <ac:spMk id="14" creationId="{4DB321B6-4E25-338F-D1C1-72310CA20A33}"/>
          </ac:spMkLst>
        </pc:spChg>
        <pc:graphicFrameChg chg="add">
          <ac:chgData name="shivam kumar sinha" userId="f6c8076908451f30" providerId="LiveId" clId="{7A73AF07-04EB-4083-A4A7-A61EB6FB4D8C}" dt="2025-11-09T11:01:27.028" v="103" actId="26606"/>
          <ac:graphicFrameMkLst>
            <pc:docMk/>
            <pc:sldMk cId="2996401346" sldId="289"/>
            <ac:graphicFrameMk id="16" creationId="{931A36DA-A7AC-0CED-F1B4-C037D82C0410}"/>
          </ac:graphicFrameMkLst>
        </pc:graphicFrameChg>
      </pc:sldChg>
      <pc:sldChg chg="add del">
        <pc:chgData name="shivam kumar sinha" userId="f6c8076908451f30" providerId="LiveId" clId="{7A73AF07-04EB-4083-A4A7-A61EB6FB4D8C}" dt="2025-11-09T10:49:37.647" v="18"/>
        <pc:sldMkLst>
          <pc:docMk/>
          <pc:sldMk cId="3396711690" sldId="289"/>
        </pc:sldMkLst>
      </pc:sldChg>
      <pc:sldChg chg="addSp delSp modSp add mod modTransition modClrScheme chgLayout">
        <pc:chgData name="shivam kumar sinha" userId="f6c8076908451f30" providerId="LiveId" clId="{7A73AF07-04EB-4083-A4A7-A61EB6FB4D8C}" dt="2025-11-09T16:55:32.133" v="310"/>
        <pc:sldMkLst>
          <pc:docMk/>
          <pc:sldMk cId="1631752956" sldId="290"/>
        </pc:sldMkLst>
        <pc:spChg chg="del mod">
          <ac:chgData name="shivam kumar sinha" userId="f6c8076908451f30" providerId="LiveId" clId="{7A73AF07-04EB-4083-A4A7-A61EB6FB4D8C}" dt="2025-11-09T11:01:32.105" v="104" actId="26606"/>
          <ac:spMkLst>
            <pc:docMk/>
            <pc:sldMk cId="1631752956" sldId="290"/>
            <ac:spMk id="8" creationId="{EE545CE4-666B-EABC-0031-2F0AE06B929D}"/>
          </ac:spMkLst>
        </pc:spChg>
        <pc:spChg chg="mod">
          <ac:chgData name="shivam kumar sinha" userId="f6c8076908451f30" providerId="LiveId" clId="{7A73AF07-04EB-4083-A4A7-A61EB6FB4D8C}" dt="2025-11-09T11:01:32.105" v="104" actId="26606"/>
          <ac:spMkLst>
            <pc:docMk/>
            <pc:sldMk cId="1631752956" sldId="290"/>
            <ac:spMk id="14" creationId="{FE035943-9126-EB6C-1B39-E5D62EC9869D}"/>
          </ac:spMkLst>
        </pc:spChg>
        <pc:graphicFrameChg chg="add">
          <ac:chgData name="shivam kumar sinha" userId="f6c8076908451f30" providerId="LiveId" clId="{7A73AF07-04EB-4083-A4A7-A61EB6FB4D8C}" dt="2025-11-09T11:01:32.105" v="104" actId="26606"/>
          <ac:graphicFrameMkLst>
            <pc:docMk/>
            <pc:sldMk cId="1631752956" sldId="290"/>
            <ac:graphicFrameMk id="16" creationId="{1A6359E0-640A-78B5-A382-7F5AFBA056D6}"/>
          </ac:graphicFrameMkLst>
        </pc:graphicFrameChg>
      </pc:sldChg>
      <pc:sldChg chg="add del">
        <pc:chgData name="shivam kumar sinha" userId="f6c8076908451f30" providerId="LiveId" clId="{7A73AF07-04EB-4083-A4A7-A61EB6FB4D8C}" dt="2025-11-09T10:49:37.647" v="18"/>
        <pc:sldMkLst>
          <pc:docMk/>
          <pc:sldMk cId="3402080685" sldId="290"/>
        </pc:sldMkLst>
      </pc:sldChg>
      <pc:sldChg chg="addSp delSp modSp add mod replId modTransition modClrScheme chgLayout">
        <pc:chgData name="shivam kumar sinha" userId="f6c8076908451f30" providerId="LiveId" clId="{7A73AF07-04EB-4083-A4A7-A61EB6FB4D8C}" dt="2025-11-09T16:55:35.095" v="311"/>
        <pc:sldMkLst>
          <pc:docMk/>
          <pc:sldMk cId="2567079376" sldId="291"/>
        </pc:sldMkLst>
        <pc:spChg chg="del mod">
          <ac:chgData name="shivam kumar sinha" userId="f6c8076908451f30" providerId="LiveId" clId="{7A73AF07-04EB-4083-A4A7-A61EB6FB4D8C}" dt="2025-11-09T11:01:36.112" v="105" actId="26606"/>
          <ac:spMkLst>
            <pc:docMk/>
            <pc:sldMk cId="2567079376" sldId="291"/>
            <ac:spMk id="8" creationId="{12637E69-54E8-51A4-D7FB-221D8B3DA7F5}"/>
          </ac:spMkLst>
        </pc:spChg>
        <pc:spChg chg="mod">
          <ac:chgData name="shivam kumar sinha" userId="f6c8076908451f30" providerId="LiveId" clId="{7A73AF07-04EB-4083-A4A7-A61EB6FB4D8C}" dt="2025-11-09T11:01:36.112" v="105" actId="26606"/>
          <ac:spMkLst>
            <pc:docMk/>
            <pc:sldMk cId="2567079376" sldId="291"/>
            <ac:spMk id="14" creationId="{0442B02C-D626-BB0C-F15F-670C9EB0B3EB}"/>
          </ac:spMkLst>
        </pc:spChg>
        <pc:graphicFrameChg chg="add">
          <ac:chgData name="shivam kumar sinha" userId="f6c8076908451f30" providerId="LiveId" clId="{7A73AF07-04EB-4083-A4A7-A61EB6FB4D8C}" dt="2025-11-09T11:01:36.112" v="105" actId="26606"/>
          <ac:graphicFrameMkLst>
            <pc:docMk/>
            <pc:sldMk cId="2567079376" sldId="291"/>
            <ac:graphicFrameMk id="16" creationId="{CD5BB087-2576-BCF9-D2A9-8D59FEF7B760}"/>
          </ac:graphicFrameMkLst>
        </pc:graphicFrameChg>
      </pc:sldChg>
      <pc:sldChg chg="addSp delSp modSp add mod modTransition modClrScheme chgLayout">
        <pc:chgData name="shivam kumar sinha" userId="f6c8076908451f30" providerId="LiveId" clId="{7A73AF07-04EB-4083-A4A7-A61EB6FB4D8C}" dt="2025-11-09T16:55:37.374" v="312"/>
        <pc:sldMkLst>
          <pc:docMk/>
          <pc:sldMk cId="567918232" sldId="292"/>
        </pc:sldMkLst>
        <pc:spChg chg="add del mod">
          <ac:chgData name="shivam kumar sinha" userId="f6c8076908451f30" providerId="LiveId" clId="{7A73AF07-04EB-4083-A4A7-A61EB6FB4D8C}" dt="2025-11-09T11:01:45.773" v="110" actId="26606"/>
          <ac:spMkLst>
            <pc:docMk/>
            <pc:sldMk cId="567918232" sldId="292"/>
            <ac:spMk id="8" creationId="{01C24952-64C5-D1C2-A8E6-ADCBA9713553}"/>
          </ac:spMkLst>
        </pc:spChg>
        <pc:spChg chg="mod">
          <ac:chgData name="shivam kumar sinha" userId="f6c8076908451f30" providerId="LiveId" clId="{7A73AF07-04EB-4083-A4A7-A61EB6FB4D8C}" dt="2025-11-09T11:01:50.744" v="111" actId="26606"/>
          <ac:spMkLst>
            <pc:docMk/>
            <pc:sldMk cId="567918232" sldId="292"/>
            <ac:spMk id="14" creationId="{CB4C752C-1FFE-8629-7638-CFC757411047}"/>
          </ac:spMkLst>
        </pc:spChg>
        <pc:spChg chg="add del mod">
          <ac:chgData name="shivam kumar sinha" userId="f6c8076908451f30" providerId="LiveId" clId="{7A73AF07-04EB-4083-A4A7-A61EB6FB4D8C}" dt="2025-11-09T11:01:45.769" v="109" actId="26606"/>
          <ac:spMkLst>
            <pc:docMk/>
            <pc:sldMk cId="567918232" sldId="292"/>
            <ac:spMk id="20" creationId="{29D95161-82AF-C527-602D-3F4C011D932A}"/>
          </ac:spMkLst>
        </pc:spChg>
        <pc:spChg chg="add del mod">
          <ac:chgData name="shivam kumar sinha" userId="f6c8076908451f30" providerId="LiveId" clId="{7A73AF07-04EB-4083-A4A7-A61EB6FB4D8C}" dt="2025-11-09T11:01:50.744" v="111" actId="26606"/>
          <ac:spMkLst>
            <pc:docMk/>
            <pc:sldMk cId="567918232" sldId="292"/>
            <ac:spMk id="22" creationId="{01C24952-64C5-D1C2-A8E6-ADCBA9713553}"/>
          </ac:spMkLst>
        </pc:spChg>
        <pc:graphicFrameChg chg="add del">
          <ac:chgData name="shivam kumar sinha" userId="f6c8076908451f30" providerId="LiveId" clId="{7A73AF07-04EB-4083-A4A7-A61EB6FB4D8C}" dt="2025-11-09T11:01:45.320" v="107" actId="26606"/>
          <ac:graphicFrameMkLst>
            <pc:docMk/>
            <pc:sldMk cId="567918232" sldId="292"/>
            <ac:graphicFrameMk id="16" creationId="{667EFF1F-5AD1-CF64-AA90-7CB817F50D12}"/>
          </ac:graphicFrameMkLst>
        </pc:graphicFrameChg>
        <pc:graphicFrameChg chg="add del">
          <ac:chgData name="shivam kumar sinha" userId="f6c8076908451f30" providerId="LiveId" clId="{7A73AF07-04EB-4083-A4A7-A61EB6FB4D8C}" dt="2025-11-09T11:01:45.769" v="109" actId="26606"/>
          <ac:graphicFrameMkLst>
            <pc:docMk/>
            <pc:sldMk cId="567918232" sldId="292"/>
            <ac:graphicFrameMk id="18" creationId="{5269E47D-325D-C967-649D-76D3B497E5B8}"/>
          </ac:graphicFrameMkLst>
        </pc:graphicFrameChg>
        <pc:graphicFrameChg chg="add">
          <ac:chgData name="shivam kumar sinha" userId="f6c8076908451f30" providerId="LiveId" clId="{7A73AF07-04EB-4083-A4A7-A61EB6FB4D8C}" dt="2025-11-09T11:01:50.744" v="111" actId="26606"/>
          <ac:graphicFrameMkLst>
            <pc:docMk/>
            <pc:sldMk cId="567918232" sldId="292"/>
            <ac:graphicFrameMk id="24" creationId="{BC08C397-AAA8-BEAF-51DC-C3ED222C2FA3}"/>
          </ac:graphicFrameMkLst>
        </pc:graphicFrameChg>
      </pc:sldChg>
      <pc:sldChg chg="add del replId">
        <pc:chgData name="shivam kumar sinha" userId="f6c8076908451f30" providerId="LiveId" clId="{7A73AF07-04EB-4083-A4A7-A61EB6FB4D8C}" dt="2025-11-09T10:56:31.245" v="76" actId="47"/>
        <pc:sldMkLst>
          <pc:docMk/>
          <pc:sldMk cId="2016504842" sldId="293"/>
        </pc:sldMkLst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svg"/><Relationship Id="rId1" Type="http://schemas.openxmlformats.org/officeDocument/2006/relationships/image" Target="../media/image7.png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4" Type="http://schemas.openxmlformats.org/officeDocument/2006/relationships/image" Target="../media/image10.svg"/></Relationships>
</file>

<file path=ppt/diagrams/_rels/data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sv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image" Target="../media/image16.svg"/><Relationship Id="rId1" Type="http://schemas.openxmlformats.org/officeDocument/2006/relationships/image" Target="../media/image15.png"/><Relationship Id="rId6" Type="http://schemas.openxmlformats.org/officeDocument/2006/relationships/image" Target="../media/image20.svg"/><Relationship Id="rId5" Type="http://schemas.openxmlformats.org/officeDocument/2006/relationships/image" Target="../media/image19.png"/><Relationship Id="rId4" Type="http://schemas.openxmlformats.org/officeDocument/2006/relationships/image" Target="../media/image18.svg"/></Relationships>
</file>

<file path=ppt/diagrams/_rels/data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25.png"/><Relationship Id="rId7" Type="http://schemas.openxmlformats.org/officeDocument/2006/relationships/image" Target="../media/image7.png"/><Relationship Id="rId2" Type="http://schemas.openxmlformats.org/officeDocument/2006/relationships/image" Target="../media/image24.svg"/><Relationship Id="rId1" Type="http://schemas.openxmlformats.org/officeDocument/2006/relationships/image" Target="../media/image23.png"/><Relationship Id="rId6" Type="http://schemas.openxmlformats.org/officeDocument/2006/relationships/image" Target="../media/image28.svg"/><Relationship Id="rId5" Type="http://schemas.openxmlformats.org/officeDocument/2006/relationships/image" Target="../media/image27.png"/><Relationship Id="rId4" Type="http://schemas.openxmlformats.org/officeDocument/2006/relationships/image" Target="../media/image26.svg"/></Relationships>
</file>

<file path=ppt/diagrams/_rels/data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svg"/><Relationship Id="rId3" Type="http://schemas.openxmlformats.org/officeDocument/2006/relationships/image" Target="../media/image29.png"/><Relationship Id="rId7" Type="http://schemas.openxmlformats.org/officeDocument/2006/relationships/image" Target="../media/image33.png"/><Relationship Id="rId2" Type="http://schemas.openxmlformats.org/officeDocument/2006/relationships/image" Target="../media/image14.svg"/><Relationship Id="rId1" Type="http://schemas.openxmlformats.org/officeDocument/2006/relationships/image" Target="../media/image13.png"/><Relationship Id="rId6" Type="http://schemas.openxmlformats.org/officeDocument/2006/relationships/image" Target="../media/image32.svg"/><Relationship Id="rId5" Type="http://schemas.openxmlformats.org/officeDocument/2006/relationships/image" Target="../media/image31.png"/><Relationship Id="rId4" Type="http://schemas.openxmlformats.org/officeDocument/2006/relationships/image" Target="../media/image30.svg"/></Relationships>
</file>

<file path=ppt/diagrams/_rels/data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26.svg"/><Relationship Id="rId1" Type="http://schemas.openxmlformats.org/officeDocument/2006/relationships/image" Target="../media/image25.png"/><Relationship Id="rId6" Type="http://schemas.openxmlformats.org/officeDocument/2006/relationships/image" Target="../media/image39.svg"/><Relationship Id="rId5" Type="http://schemas.openxmlformats.org/officeDocument/2006/relationships/image" Target="../media/image38.png"/><Relationship Id="rId4" Type="http://schemas.openxmlformats.org/officeDocument/2006/relationships/image" Target="../media/image37.svg"/></Relationships>
</file>

<file path=ppt/diagrams/_rels/data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svg"/><Relationship Id="rId1" Type="http://schemas.openxmlformats.org/officeDocument/2006/relationships/image" Target="../media/image40.png"/><Relationship Id="rId6" Type="http://schemas.openxmlformats.org/officeDocument/2006/relationships/image" Target="../media/image26.svg"/><Relationship Id="rId5" Type="http://schemas.openxmlformats.org/officeDocument/2006/relationships/image" Target="../media/image25.png"/><Relationship Id="rId4" Type="http://schemas.openxmlformats.org/officeDocument/2006/relationships/image" Target="../media/image43.svg"/></Relationships>
</file>

<file path=ppt/diagrams/_rels/data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46.png"/><Relationship Id="rId7" Type="http://schemas.openxmlformats.org/officeDocument/2006/relationships/image" Target="../media/image25.png"/><Relationship Id="rId2" Type="http://schemas.openxmlformats.org/officeDocument/2006/relationships/image" Target="../media/image45.svg"/><Relationship Id="rId1" Type="http://schemas.openxmlformats.org/officeDocument/2006/relationships/image" Target="../media/image44.png"/><Relationship Id="rId6" Type="http://schemas.openxmlformats.org/officeDocument/2006/relationships/image" Target="../media/image30.svg"/><Relationship Id="rId5" Type="http://schemas.openxmlformats.org/officeDocument/2006/relationships/image" Target="../media/image29.png"/><Relationship Id="rId10" Type="http://schemas.openxmlformats.org/officeDocument/2006/relationships/image" Target="../media/image49.svg"/><Relationship Id="rId4" Type="http://schemas.openxmlformats.org/officeDocument/2006/relationships/image" Target="../media/image47.svg"/><Relationship Id="rId9" Type="http://schemas.openxmlformats.org/officeDocument/2006/relationships/image" Target="../media/image48.png"/></Relationships>
</file>

<file path=ppt/diagrams/_rels/data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svg"/><Relationship Id="rId3" Type="http://schemas.openxmlformats.org/officeDocument/2006/relationships/image" Target="../media/image50.png"/><Relationship Id="rId7" Type="http://schemas.openxmlformats.org/officeDocument/2006/relationships/image" Target="../media/image29.png"/><Relationship Id="rId2" Type="http://schemas.openxmlformats.org/officeDocument/2006/relationships/image" Target="../media/image39.svg"/><Relationship Id="rId1" Type="http://schemas.openxmlformats.org/officeDocument/2006/relationships/image" Target="../media/image38.png"/><Relationship Id="rId6" Type="http://schemas.openxmlformats.org/officeDocument/2006/relationships/image" Target="../media/image53.svg"/><Relationship Id="rId5" Type="http://schemas.openxmlformats.org/officeDocument/2006/relationships/image" Target="../media/image52.png"/><Relationship Id="rId10" Type="http://schemas.openxmlformats.org/officeDocument/2006/relationships/image" Target="../media/image55.svg"/><Relationship Id="rId4" Type="http://schemas.openxmlformats.org/officeDocument/2006/relationships/image" Target="../media/image51.svg"/><Relationship Id="rId9" Type="http://schemas.openxmlformats.org/officeDocument/2006/relationships/image" Target="../media/image54.pn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svg"/><Relationship Id="rId1" Type="http://schemas.openxmlformats.org/officeDocument/2006/relationships/image" Target="../media/image7.png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4" Type="http://schemas.openxmlformats.org/officeDocument/2006/relationships/image" Target="../media/image10.svg"/></Relationships>
</file>

<file path=ppt/diagrams/_rels/drawing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sv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image" Target="../media/image16.svg"/><Relationship Id="rId1" Type="http://schemas.openxmlformats.org/officeDocument/2006/relationships/image" Target="../media/image15.png"/><Relationship Id="rId6" Type="http://schemas.openxmlformats.org/officeDocument/2006/relationships/image" Target="../media/image20.svg"/><Relationship Id="rId5" Type="http://schemas.openxmlformats.org/officeDocument/2006/relationships/image" Target="../media/image19.png"/><Relationship Id="rId4" Type="http://schemas.openxmlformats.org/officeDocument/2006/relationships/image" Target="../media/image18.svg"/></Relationships>
</file>

<file path=ppt/diagrams/_rels/drawing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25.png"/><Relationship Id="rId7" Type="http://schemas.openxmlformats.org/officeDocument/2006/relationships/image" Target="../media/image7.png"/><Relationship Id="rId2" Type="http://schemas.openxmlformats.org/officeDocument/2006/relationships/image" Target="../media/image24.svg"/><Relationship Id="rId1" Type="http://schemas.openxmlformats.org/officeDocument/2006/relationships/image" Target="../media/image23.png"/><Relationship Id="rId6" Type="http://schemas.openxmlformats.org/officeDocument/2006/relationships/image" Target="../media/image28.svg"/><Relationship Id="rId5" Type="http://schemas.openxmlformats.org/officeDocument/2006/relationships/image" Target="../media/image27.png"/><Relationship Id="rId4" Type="http://schemas.openxmlformats.org/officeDocument/2006/relationships/image" Target="../media/image26.svg"/></Relationships>
</file>

<file path=ppt/diagrams/_rels/drawing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svg"/><Relationship Id="rId3" Type="http://schemas.openxmlformats.org/officeDocument/2006/relationships/image" Target="../media/image29.png"/><Relationship Id="rId7" Type="http://schemas.openxmlformats.org/officeDocument/2006/relationships/image" Target="../media/image33.png"/><Relationship Id="rId2" Type="http://schemas.openxmlformats.org/officeDocument/2006/relationships/image" Target="../media/image14.svg"/><Relationship Id="rId1" Type="http://schemas.openxmlformats.org/officeDocument/2006/relationships/image" Target="../media/image13.png"/><Relationship Id="rId6" Type="http://schemas.openxmlformats.org/officeDocument/2006/relationships/image" Target="../media/image32.svg"/><Relationship Id="rId5" Type="http://schemas.openxmlformats.org/officeDocument/2006/relationships/image" Target="../media/image31.png"/><Relationship Id="rId4" Type="http://schemas.openxmlformats.org/officeDocument/2006/relationships/image" Target="../media/image30.svg"/></Relationships>
</file>

<file path=ppt/diagrams/_rels/drawing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26.svg"/><Relationship Id="rId1" Type="http://schemas.openxmlformats.org/officeDocument/2006/relationships/image" Target="../media/image25.png"/><Relationship Id="rId6" Type="http://schemas.openxmlformats.org/officeDocument/2006/relationships/image" Target="../media/image39.svg"/><Relationship Id="rId5" Type="http://schemas.openxmlformats.org/officeDocument/2006/relationships/image" Target="../media/image38.png"/><Relationship Id="rId4" Type="http://schemas.openxmlformats.org/officeDocument/2006/relationships/image" Target="../media/image37.svg"/></Relationships>
</file>

<file path=ppt/diagrams/_rels/drawing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svg"/><Relationship Id="rId1" Type="http://schemas.openxmlformats.org/officeDocument/2006/relationships/image" Target="../media/image40.png"/><Relationship Id="rId6" Type="http://schemas.openxmlformats.org/officeDocument/2006/relationships/image" Target="../media/image26.svg"/><Relationship Id="rId5" Type="http://schemas.openxmlformats.org/officeDocument/2006/relationships/image" Target="../media/image25.png"/><Relationship Id="rId4" Type="http://schemas.openxmlformats.org/officeDocument/2006/relationships/image" Target="../media/image43.svg"/></Relationships>
</file>

<file path=ppt/diagrams/_rels/drawing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46.png"/><Relationship Id="rId7" Type="http://schemas.openxmlformats.org/officeDocument/2006/relationships/image" Target="../media/image25.png"/><Relationship Id="rId2" Type="http://schemas.openxmlformats.org/officeDocument/2006/relationships/image" Target="../media/image45.svg"/><Relationship Id="rId1" Type="http://schemas.openxmlformats.org/officeDocument/2006/relationships/image" Target="../media/image44.png"/><Relationship Id="rId6" Type="http://schemas.openxmlformats.org/officeDocument/2006/relationships/image" Target="../media/image30.svg"/><Relationship Id="rId5" Type="http://schemas.openxmlformats.org/officeDocument/2006/relationships/image" Target="../media/image29.png"/><Relationship Id="rId10" Type="http://schemas.openxmlformats.org/officeDocument/2006/relationships/image" Target="../media/image49.svg"/><Relationship Id="rId4" Type="http://schemas.openxmlformats.org/officeDocument/2006/relationships/image" Target="../media/image47.svg"/><Relationship Id="rId9" Type="http://schemas.openxmlformats.org/officeDocument/2006/relationships/image" Target="../media/image48.png"/></Relationships>
</file>

<file path=ppt/diagrams/_rels/drawing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svg"/><Relationship Id="rId3" Type="http://schemas.openxmlformats.org/officeDocument/2006/relationships/image" Target="../media/image50.png"/><Relationship Id="rId7" Type="http://schemas.openxmlformats.org/officeDocument/2006/relationships/image" Target="../media/image29.png"/><Relationship Id="rId2" Type="http://schemas.openxmlformats.org/officeDocument/2006/relationships/image" Target="../media/image39.svg"/><Relationship Id="rId1" Type="http://schemas.openxmlformats.org/officeDocument/2006/relationships/image" Target="../media/image38.png"/><Relationship Id="rId6" Type="http://schemas.openxmlformats.org/officeDocument/2006/relationships/image" Target="../media/image53.svg"/><Relationship Id="rId5" Type="http://schemas.openxmlformats.org/officeDocument/2006/relationships/image" Target="../media/image52.png"/><Relationship Id="rId10" Type="http://schemas.openxmlformats.org/officeDocument/2006/relationships/image" Target="../media/image55.svg"/><Relationship Id="rId4" Type="http://schemas.openxmlformats.org/officeDocument/2006/relationships/image" Target="../media/image51.svg"/><Relationship Id="rId9" Type="http://schemas.openxmlformats.org/officeDocument/2006/relationships/image" Target="../media/image54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0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CE63DAD-986C-469B-A3B0-FE1D5EEDFF81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C07D76E6-BFC1-4694-926F-D0D0904DBAE9}">
      <dgm:prSet/>
      <dgm:spPr/>
      <dgm:t>
        <a:bodyPr/>
        <a:lstStyle/>
        <a:p>
          <a:r>
            <a:rPr lang="en-US"/>
            <a:t>Definition: Information Management System</a:t>
          </a:r>
        </a:p>
      </dgm:t>
    </dgm:pt>
    <dgm:pt modelId="{61AEEE36-7A3C-43FE-8386-758B89DCCB24}" type="parTrans" cxnId="{F10A301E-B4D1-476A-9EC1-957F183354B3}">
      <dgm:prSet/>
      <dgm:spPr/>
      <dgm:t>
        <a:bodyPr/>
        <a:lstStyle/>
        <a:p>
          <a:endParaRPr lang="en-US"/>
        </a:p>
      </dgm:t>
    </dgm:pt>
    <dgm:pt modelId="{B3E4F956-F607-40C5-B37F-1C135C333812}" type="sibTrans" cxnId="{F10A301E-B4D1-476A-9EC1-957F183354B3}">
      <dgm:prSet/>
      <dgm:spPr/>
      <dgm:t>
        <a:bodyPr/>
        <a:lstStyle/>
        <a:p>
          <a:endParaRPr lang="en-US"/>
        </a:p>
      </dgm:t>
    </dgm:pt>
    <dgm:pt modelId="{86A651C1-5011-47D1-BB81-F1146E75614F}">
      <dgm:prSet/>
      <dgm:spPr/>
      <dgm:t>
        <a:bodyPr/>
        <a:lstStyle/>
        <a:p>
          <a:r>
            <a:rPr lang="en-US"/>
            <a:t>Purpose: Organizes, stores, and manages enterprise data for efficient decision-making.</a:t>
          </a:r>
        </a:p>
      </dgm:t>
    </dgm:pt>
    <dgm:pt modelId="{87298733-E3CF-4AB4-BB81-66192E56506A}" type="parTrans" cxnId="{F298C8F6-31C9-4DCD-88AE-35F47B6E7B1B}">
      <dgm:prSet/>
      <dgm:spPr/>
      <dgm:t>
        <a:bodyPr/>
        <a:lstStyle/>
        <a:p>
          <a:endParaRPr lang="en-US"/>
        </a:p>
      </dgm:t>
    </dgm:pt>
    <dgm:pt modelId="{BF9A1021-97C0-4964-823A-49C58A1308E1}" type="sibTrans" cxnId="{F298C8F6-31C9-4DCD-88AE-35F47B6E7B1B}">
      <dgm:prSet/>
      <dgm:spPr/>
      <dgm:t>
        <a:bodyPr/>
        <a:lstStyle/>
        <a:p>
          <a:endParaRPr lang="en-US"/>
        </a:p>
      </dgm:t>
    </dgm:pt>
    <dgm:pt modelId="{AD45C3FB-CB65-42A7-ACCE-7CEEE54EC81C}">
      <dgm:prSet/>
      <dgm:spPr/>
      <dgm:t>
        <a:bodyPr/>
        <a:lstStyle/>
        <a:p>
          <a:r>
            <a:rPr lang="en-US"/>
            <a:t>Developed by IBM; used in banking, telecom, and manufacturing.</a:t>
          </a:r>
        </a:p>
      </dgm:t>
    </dgm:pt>
    <dgm:pt modelId="{C0EB864D-2CF9-47F5-9E16-CFD688EC1687}" type="parTrans" cxnId="{849E3317-8112-47C3-ADE4-04CDD4440D31}">
      <dgm:prSet/>
      <dgm:spPr/>
      <dgm:t>
        <a:bodyPr/>
        <a:lstStyle/>
        <a:p>
          <a:endParaRPr lang="en-US"/>
        </a:p>
      </dgm:t>
    </dgm:pt>
    <dgm:pt modelId="{8F1F0602-239B-45D6-A15E-1B974BBB0844}" type="sibTrans" cxnId="{849E3317-8112-47C3-ADE4-04CDD4440D31}">
      <dgm:prSet/>
      <dgm:spPr/>
      <dgm:t>
        <a:bodyPr/>
        <a:lstStyle/>
        <a:p>
          <a:endParaRPr lang="en-US"/>
        </a:p>
      </dgm:t>
    </dgm:pt>
    <dgm:pt modelId="{A5CC8748-7B2A-414F-A816-6ED28518C985}">
      <dgm:prSet/>
      <dgm:spPr/>
      <dgm:t>
        <a:bodyPr/>
        <a:lstStyle/>
        <a:p>
          <a:r>
            <a:rPr lang="en-US"/>
            <a:t>Handles both hierarchical and relational data efficiently.</a:t>
          </a:r>
        </a:p>
      </dgm:t>
    </dgm:pt>
    <dgm:pt modelId="{7407CF5A-6214-4AF4-AC52-AB2514F30D9D}" type="parTrans" cxnId="{028F660E-3744-4DAB-8DB6-ACB404B92EBD}">
      <dgm:prSet/>
      <dgm:spPr/>
      <dgm:t>
        <a:bodyPr/>
        <a:lstStyle/>
        <a:p>
          <a:endParaRPr lang="en-US"/>
        </a:p>
      </dgm:t>
    </dgm:pt>
    <dgm:pt modelId="{787088D5-C982-4900-8A19-6F324001A5AE}" type="sibTrans" cxnId="{028F660E-3744-4DAB-8DB6-ACB404B92EBD}">
      <dgm:prSet/>
      <dgm:spPr/>
      <dgm:t>
        <a:bodyPr/>
        <a:lstStyle/>
        <a:p>
          <a:endParaRPr lang="en-US"/>
        </a:p>
      </dgm:t>
    </dgm:pt>
    <dgm:pt modelId="{7BA55DD6-A0DA-49AA-8841-169CF2563A10}" type="pres">
      <dgm:prSet presAssocID="{ECE63DAD-986C-469B-A3B0-FE1D5EEDFF81}" presName="root" presStyleCnt="0">
        <dgm:presLayoutVars>
          <dgm:dir/>
          <dgm:resizeHandles val="exact"/>
        </dgm:presLayoutVars>
      </dgm:prSet>
      <dgm:spPr/>
    </dgm:pt>
    <dgm:pt modelId="{B72E679E-0A5B-46D5-B171-F185489D21CB}" type="pres">
      <dgm:prSet presAssocID="{C07D76E6-BFC1-4694-926F-D0D0904DBAE9}" presName="compNode" presStyleCnt="0"/>
      <dgm:spPr/>
    </dgm:pt>
    <dgm:pt modelId="{E66E8A1F-3E8E-4B17-A396-2D668A0E6421}" type="pres">
      <dgm:prSet presAssocID="{C07D76E6-BFC1-4694-926F-D0D0904DBAE9}" presName="bgRect" presStyleLbl="bgShp" presStyleIdx="0" presStyleCnt="4"/>
      <dgm:spPr/>
    </dgm:pt>
    <dgm:pt modelId="{A60B0FED-E664-4304-9769-437E281441C4}" type="pres">
      <dgm:prSet presAssocID="{C07D76E6-BFC1-4694-926F-D0D0904DBAE9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ierarchy"/>
        </a:ext>
      </dgm:extLst>
    </dgm:pt>
    <dgm:pt modelId="{A9D1CD98-73D4-4015-B6CF-B0175B2F8D17}" type="pres">
      <dgm:prSet presAssocID="{C07D76E6-BFC1-4694-926F-D0D0904DBAE9}" presName="spaceRect" presStyleCnt="0"/>
      <dgm:spPr/>
    </dgm:pt>
    <dgm:pt modelId="{2463FC97-821C-42E8-AF05-4A9580FFA59C}" type="pres">
      <dgm:prSet presAssocID="{C07D76E6-BFC1-4694-926F-D0D0904DBAE9}" presName="parTx" presStyleLbl="revTx" presStyleIdx="0" presStyleCnt="4">
        <dgm:presLayoutVars>
          <dgm:chMax val="0"/>
          <dgm:chPref val="0"/>
        </dgm:presLayoutVars>
      </dgm:prSet>
      <dgm:spPr/>
    </dgm:pt>
    <dgm:pt modelId="{E36C0FE7-5836-48C0-B1D4-0ED6CF06774E}" type="pres">
      <dgm:prSet presAssocID="{B3E4F956-F607-40C5-B37F-1C135C333812}" presName="sibTrans" presStyleCnt="0"/>
      <dgm:spPr/>
    </dgm:pt>
    <dgm:pt modelId="{03EAE5C8-50CF-4AD8-B250-4022BD23E411}" type="pres">
      <dgm:prSet presAssocID="{86A651C1-5011-47D1-BB81-F1146E75614F}" presName="compNode" presStyleCnt="0"/>
      <dgm:spPr/>
    </dgm:pt>
    <dgm:pt modelId="{99D471D6-3891-4DF2-B9E3-E85577D26454}" type="pres">
      <dgm:prSet presAssocID="{86A651C1-5011-47D1-BB81-F1146E75614F}" presName="bgRect" presStyleLbl="bgShp" presStyleIdx="1" presStyleCnt="4"/>
      <dgm:spPr/>
    </dgm:pt>
    <dgm:pt modelId="{6127081D-D97C-4E37-9F11-34593C0130BC}" type="pres">
      <dgm:prSet presAssocID="{86A651C1-5011-47D1-BB81-F1146E75614F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Arrow Circle"/>
        </a:ext>
      </dgm:extLst>
    </dgm:pt>
    <dgm:pt modelId="{D5445D9F-D87C-4F46-9492-379435A024D4}" type="pres">
      <dgm:prSet presAssocID="{86A651C1-5011-47D1-BB81-F1146E75614F}" presName="spaceRect" presStyleCnt="0"/>
      <dgm:spPr/>
    </dgm:pt>
    <dgm:pt modelId="{F4335F5A-AD01-4385-98CD-86A666A4FE4F}" type="pres">
      <dgm:prSet presAssocID="{86A651C1-5011-47D1-BB81-F1146E75614F}" presName="parTx" presStyleLbl="revTx" presStyleIdx="1" presStyleCnt="4">
        <dgm:presLayoutVars>
          <dgm:chMax val="0"/>
          <dgm:chPref val="0"/>
        </dgm:presLayoutVars>
      </dgm:prSet>
      <dgm:spPr/>
    </dgm:pt>
    <dgm:pt modelId="{54F2503D-BE7C-4B7D-9B67-5C0B0A61609C}" type="pres">
      <dgm:prSet presAssocID="{BF9A1021-97C0-4964-823A-49C58A1308E1}" presName="sibTrans" presStyleCnt="0"/>
      <dgm:spPr/>
    </dgm:pt>
    <dgm:pt modelId="{61CA2069-68E3-4764-87AC-5AE79E93D0B2}" type="pres">
      <dgm:prSet presAssocID="{AD45C3FB-CB65-42A7-ACCE-7CEEE54EC81C}" presName="compNode" presStyleCnt="0"/>
      <dgm:spPr/>
    </dgm:pt>
    <dgm:pt modelId="{E21BD97E-B2BB-4A75-ACA3-521A9E775A66}" type="pres">
      <dgm:prSet presAssocID="{AD45C3FB-CB65-42A7-ACCE-7CEEE54EC81C}" presName="bgRect" presStyleLbl="bgShp" presStyleIdx="2" presStyleCnt="4"/>
      <dgm:spPr/>
    </dgm:pt>
    <dgm:pt modelId="{23E83398-56D1-4AB4-8C68-C2946ED528AD}" type="pres">
      <dgm:prSet presAssocID="{AD45C3FB-CB65-42A7-ACCE-7CEEE54EC81C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Robot"/>
        </a:ext>
      </dgm:extLst>
    </dgm:pt>
    <dgm:pt modelId="{C0E8C932-328F-487F-BEDE-02862BA798B7}" type="pres">
      <dgm:prSet presAssocID="{AD45C3FB-CB65-42A7-ACCE-7CEEE54EC81C}" presName="spaceRect" presStyleCnt="0"/>
      <dgm:spPr/>
    </dgm:pt>
    <dgm:pt modelId="{1D4A1AC9-B0D2-4C3B-BB6F-9D15F1FA3E77}" type="pres">
      <dgm:prSet presAssocID="{AD45C3FB-CB65-42A7-ACCE-7CEEE54EC81C}" presName="parTx" presStyleLbl="revTx" presStyleIdx="2" presStyleCnt="4">
        <dgm:presLayoutVars>
          <dgm:chMax val="0"/>
          <dgm:chPref val="0"/>
        </dgm:presLayoutVars>
      </dgm:prSet>
      <dgm:spPr/>
    </dgm:pt>
    <dgm:pt modelId="{151AE861-CE71-43D1-B062-0F6C5F4EFE3F}" type="pres">
      <dgm:prSet presAssocID="{8F1F0602-239B-45D6-A15E-1B974BBB0844}" presName="sibTrans" presStyleCnt="0"/>
      <dgm:spPr/>
    </dgm:pt>
    <dgm:pt modelId="{0E1F0EED-562A-4EC6-BDBF-C9236F9488AB}" type="pres">
      <dgm:prSet presAssocID="{A5CC8748-7B2A-414F-A816-6ED28518C985}" presName="compNode" presStyleCnt="0"/>
      <dgm:spPr/>
    </dgm:pt>
    <dgm:pt modelId="{007FB6D6-D665-493A-BEB5-6E2B2BAEF5E0}" type="pres">
      <dgm:prSet presAssocID="{A5CC8748-7B2A-414F-A816-6ED28518C985}" presName="bgRect" presStyleLbl="bgShp" presStyleIdx="3" presStyleCnt="4"/>
      <dgm:spPr/>
    </dgm:pt>
    <dgm:pt modelId="{755869F4-DE9A-420B-A584-3718ACE8B9C3}" type="pres">
      <dgm:prSet presAssocID="{A5CC8748-7B2A-414F-A816-6ED28518C985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4110D5A2-5C5A-4C9C-9E43-376AC5743CA7}" type="pres">
      <dgm:prSet presAssocID="{A5CC8748-7B2A-414F-A816-6ED28518C985}" presName="spaceRect" presStyleCnt="0"/>
      <dgm:spPr/>
    </dgm:pt>
    <dgm:pt modelId="{205D552A-668A-4627-9FA0-E2761A003DA0}" type="pres">
      <dgm:prSet presAssocID="{A5CC8748-7B2A-414F-A816-6ED28518C985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028F660E-3744-4DAB-8DB6-ACB404B92EBD}" srcId="{ECE63DAD-986C-469B-A3B0-FE1D5EEDFF81}" destId="{A5CC8748-7B2A-414F-A816-6ED28518C985}" srcOrd="3" destOrd="0" parTransId="{7407CF5A-6214-4AF4-AC52-AB2514F30D9D}" sibTransId="{787088D5-C982-4900-8A19-6F324001A5AE}"/>
    <dgm:cxn modelId="{849E3317-8112-47C3-ADE4-04CDD4440D31}" srcId="{ECE63DAD-986C-469B-A3B0-FE1D5EEDFF81}" destId="{AD45C3FB-CB65-42A7-ACCE-7CEEE54EC81C}" srcOrd="2" destOrd="0" parTransId="{C0EB864D-2CF9-47F5-9E16-CFD688EC1687}" sibTransId="{8F1F0602-239B-45D6-A15E-1B974BBB0844}"/>
    <dgm:cxn modelId="{F10A301E-B4D1-476A-9EC1-957F183354B3}" srcId="{ECE63DAD-986C-469B-A3B0-FE1D5EEDFF81}" destId="{C07D76E6-BFC1-4694-926F-D0D0904DBAE9}" srcOrd="0" destOrd="0" parTransId="{61AEEE36-7A3C-43FE-8386-758B89DCCB24}" sibTransId="{B3E4F956-F607-40C5-B37F-1C135C333812}"/>
    <dgm:cxn modelId="{3084791E-BAA8-4FD9-B41A-85B498BB345A}" type="presOf" srcId="{ECE63DAD-986C-469B-A3B0-FE1D5EEDFF81}" destId="{7BA55DD6-A0DA-49AA-8841-169CF2563A10}" srcOrd="0" destOrd="0" presId="urn:microsoft.com/office/officeart/2018/2/layout/IconVerticalSolidList"/>
    <dgm:cxn modelId="{9AA09740-429A-464D-9276-46702E9F6625}" type="presOf" srcId="{86A651C1-5011-47D1-BB81-F1146E75614F}" destId="{F4335F5A-AD01-4385-98CD-86A666A4FE4F}" srcOrd="0" destOrd="0" presId="urn:microsoft.com/office/officeart/2018/2/layout/IconVerticalSolidList"/>
    <dgm:cxn modelId="{90326E85-0297-4103-8583-F0153F22B92C}" type="presOf" srcId="{AD45C3FB-CB65-42A7-ACCE-7CEEE54EC81C}" destId="{1D4A1AC9-B0D2-4C3B-BB6F-9D15F1FA3E77}" srcOrd="0" destOrd="0" presId="urn:microsoft.com/office/officeart/2018/2/layout/IconVerticalSolidList"/>
    <dgm:cxn modelId="{421738E4-E685-4DD6-AFDD-250987370CB9}" type="presOf" srcId="{A5CC8748-7B2A-414F-A816-6ED28518C985}" destId="{205D552A-668A-4627-9FA0-E2761A003DA0}" srcOrd="0" destOrd="0" presId="urn:microsoft.com/office/officeart/2018/2/layout/IconVerticalSolidList"/>
    <dgm:cxn modelId="{F298C8F6-31C9-4DCD-88AE-35F47B6E7B1B}" srcId="{ECE63DAD-986C-469B-A3B0-FE1D5EEDFF81}" destId="{86A651C1-5011-47D1-BB81-F1146E75614F}" srcOrd="1" destOrd="0" parTransId="{87298733-E3CF-4AB4-BB81-66192E56506A}" sibTransId="{BF9A1021-97C0-4964-823A-49C58A1308E1}"/>
    <dgm:cxn modelId="{B82F1AF9-9973-4B19-A3C8-3625D81E2FC0}" type="presOf" srcId="{C07D76E6-BFC1-4694-926F-D0D0904DBAE9}" destId="{2463FC97-821C-42E8-AF05-4A9580FFA59C}" srcOrd="0" destOrd="0" presId="urn:microsoft.com/office/officeart/2018/2/layout/IconVerticalSolidList"/>
    <dgm:cxn modelId="{C27CE12A-4CD8-4195-BBF3-E5A506D0C36A}" type="presParOf" srcId="{7BA55DD6-A0DA-49AA-8841-169CF2563A10}" destId="{B72E679E-0A5B-46D5-B171-F185489D21CB}" srcOrd="0" destOrd="0" presId="urn:microsoft.com/office/officeart/2018/2/layout/IconVerticalSolidList"/>
    <dgm:cxn modelId="{47184363-AE55-48D4-97E5-8EB47C6B1B47}" type="presParOf" srcId="{B72E679E-0A5B-46D5-B171-F185489D21CB}" destId="{E66E8A1F-3E8E-4B17-A396-2D668A0E6421}" srcOrd="0" destOrd="0" presId="urn:microsoft.com/office/officeart/2018/2/layout/IconVerticalSolidList"/>
    <dgm:cxn modelId="{51DA2268-8E92-4F83-A3F5-38E04795F2D4}" type="presParOf" srcId="{B72E679E-0A5B-46D5-B171-F185489D21CB}" destId="{A60B0FED-E664-4304-9769-437E281441C4}" srcOrd="1" destOrd="0" presId="urn:microsoft.com/office/officeart/2018/2/layout/IconVerticalSolidList"/>
    <dgm:cxn modelId="{12A2DB31-79E6-4AF2-9EA9-D6E8594396AA}" type="presParOf" srcId="{B72E679E-0A5B-46D5-B171-F185489D21CB}" destId="{A9D1CD98-73D4-4015-B6CF-B0175B2F8D17}" srcOrd="2" destOrd="0" presId="urn:microsoft.com/office/officeart/2018/2/layout/IconVerticalSolidList"/>
    <dgm:cxn modelId="{1303B226-6BBF-4256-8E87-9B8472336168}" type="presParOf" srcId="{B72E679E-0A5B-46D5-B171-F185489D21CB}" destId="{2463FC97-821C-42E8-AF05-4A9580FFA59C}" srcOrd="3" destOrd="0" presId="urn:microsoft.com/office/officeart/2018/2/layout/IconVerticalSolidList"/>
    <dgm:cxn modelId="{31FCF3DF-B547-4D20-8324-5ED3D642A88D}" type="presParOf" srcId="{7BA55DD6-A0DA-49AA-8841-169CF2563A10}" destId="{E36C0FE7-5836-48C0-B1D4-0ED6CF06774E}" srcOrd="1" destOrd="0" presId="urn:microsoft.com/office/officeart/2018/2/layout/IconVerticalSolidList"/>
    <dgm:cxn modelId="{8076DA5D-0528-4BB7-AA20-D382EBB140C2}" type="presParOf" srcId="{7BA55DD6-A0DA-49AA-8841-169CF2563A10}" destId="{03EAE5C8-50CF-4AD8-B250-4022BD23E411}" srcOrd="2" destOrd="0" presId="urn:microsoft.com/office/officeart/2018/2/layout/IconVerticalSolidList"/>
    <dgm:cxn modelId="{986121AA-60DE-407F-AA50-2A4A99EB02CB}" type="presParOf" srcId="{03EAE5C8-50CF-4AD8-B250-4022BD23E411}" destId="{99D471D6-3891-4DF2-B9E3-E85577D26454}" srcOrd="0" destOrd="0" presId="urn:microsoft.com/office/officeart/2018/2/layout/IconVerticalSolidList"/>
    <dgm:cxn modelId="{E35D529C-EE07-4F1B-978F-7A92E182C0A3}" type="presParOf" srcId="{03EAE5C8-50CF-4AD8-B250-4022BD23E411}" destId="{6127081D-D97C-4E37-9F11-34593C0130BC}" srcOrd="1" destOrd="0" presId="urn:microsoft.com/office/officeart/2018/2/layout/IconVerticalSolidList"/>
    <dgm:cxn modelId="{B4AECC90-9461-4FAD-9551-032E2CE9AA0F}" type="presParOf" srcId="{03EAE5C8-50CF-4AD8-B250-4022BD23E411}" destId="{D5445D9F-D87C-4F46-9492-379435A024D4}" srcOrd="2" destOrd="0" presId="urn:microsoft.com/office/officeart/2018/2/layout/IconVerticalSolidList"/>
    <dgm:cxn modelId="{8015FA42-9F82-4069-8424-5F9128F8660D}" type="presParOf" srcId="{03EAE5C8-50CF-4AD8-B250-4022BD23E411}" destId="{F4335F5A-AD01-4385-98CD-86A666A4FE4F}" srcOrd="3" destOrd="0" presId="urn:microsoft.com/office/officeart/2018/2/layout/IconVerticalSolidList"/>
    <dgm:cxn modelId="{DDD31CF5-6B1B-4850-90DB-4FCBB97A61FD}" type="presParOf" srcId="{7BA55DD6-A0DA-49AA-8841-169CF2563A10}" destId="{54F2503D-BE7C-4B7D-9B67-5C0B0A61609C}" srcOrd="3" destOrd="0" presId="urn:microsoft.com/office/officeart/2018/2/layout/IconVerticalSolidList"/>
    <dgm:cxn modelId="{A657106F-6938-4E3B-B7D2-BBED6E88EC73}" type="presParOf" srcId="{7BA55DD6-A0DA-49AA-8841-169CF2563A10}" destId="{61CA2069-68E3-4764-87AC-5AE79E93D0B2}" srcOrd="4" destOrd="0" presId="urn:microsoft.com/office/officeart/2018/2/layout/IconVerticalSolidList"/>
    <dgm:cxn modelId="{A7EC22E9-46CE-4772-AF79-C1281E200229}" type="presParOf" srcId="{61CA2069-68E3-4764-87AC-5AE79E93D0B2}" destId="{E21BD97E-B2BB-4A75-ACA3-521A9E775A66}" srcOrd="0" destOrd="0" presId="urn:microsoft.com/office/officeart/2018/2/layout/IconVerticalSolidList"/>
    <dgm:cxn modelId="{4CE1046A-084B-4E93-B553-7AFD4913D0E6}" type="presParOf" srcId="{61CA2069-68E3-4764-87AC-5AE79E93D0B2}" destId="{23E83398-56D1-4AB4-8C68-C2946ED528AD}" srcOrd="1" destOrd="0" presId="urn:microsoft.com/office/officeart/2018/2/layout/IconVerticalSolidList"/>
    <dgm:cxn modelId="{D1B7610C-2020-4778-8546-72A04D95EE1A}" type="presParOf" srcId="{61CA2069-68E3-4764-87AC-5AE79E93D0B2}" destId="{C0E8C932-328F-487F-BEDE-02862BA798B7}" srcOrd="2" destOrd="0" presId="urn:microsoft.com/office/officeart/2018/2/layout/IconVerticalSolidList"/>
    <dgm:cxn modelId="{EAB91612-F21B-4C08-8BB7-37F60A5C27AD}" type="presParOf" srcId="{61CA2069-68E3-4764-87AC-5AE79E93D0B2}" destId="{1D4A1AC9-B0D2-4C3B-BB6F-9D15F1FA3E77}" srcOrd="3" destOrd="0" presId="urn:microsoft.com/office/officeart/2018/2/layout/IconVerticalSolidList"/>
    <dgm:cxn modelId="{4F562671-0D65-4C00-BF11-766BD74C43B6}" type="presParOf" srcId="{7BA55DD6-A0DA-49AA-8841-169CF2563A10}" destId="{151AE861-CE71-43D1-B062-0F6C5F4EFE3F}" srcOrd="5" destOrd="0" presId="urn:microsoft.com/office/officeart/2018/2/layout/IconVerticalSolidList"/>
    <dgm:cxn modelId="{DCE16134-BC30-46DA-A2D1-85D0CE63C4DC}" type="presParOf" srcId="{7BA55DD6-A0DA-49AA-8841-169CF2563A10}" destId="{0E1F0EED-562A-4EC6-BDBF-C9236F9488AB}" srcOrd="6" destOrd="0" presId="urn:microsoft.com/office/officeart/2018/2/layout/IconVerticalSolidList"/>
    <dgm:cxn modelId="{0A6356CE-1F46-4350-93C8-285C9545A8BA}" type="presParOf" srcId="{0E1F0EED-562A-4EC6-BDBF-C9236F9488AB}" destId="{007FB6D6-D665-493A-BEB5-6E2B2BAEF5E0}" srcOrd="0" destOrd="0" presId="urn:microsoft.com/office/officeart/2018/2/layout/IconVerticalSolidList"/>
    <dgm:cxn modelId="{4A5AC526-602A-493B-978B-CDBEAFDAF4D1}" type="presParOf" srcId="{0E1F0EED-562A-4EC6-BDBF-C9236F9488AB}" destId="{755869F4-DE9A-420B-A584-3718ACE8B9C3}" srcOrd="1" destOrd="0" presId="urn:microsoft.com/office/officeart/2018/2/layout/IconVerticalSolidList"/>
    <dgm:cxn modelId="{B92A3EBA-6C5B-4A92-8107-CD1EA41F4264}" type="presParOf" srcId="{0E1F0EED-562A-4EC6-BDBF-C9236F9488AB}" destId="{4110D5A2-5C5A-4C9C-9E43-376AC5743CA7}" srcOrd="2" destOrd="0" presId="urn:microsoft.com/office/officeart/2018/2/layout/IconVerticalSolidList"/>
    <dgm:cxn modelId="{5C8A643B-1A4C-4EBD-8981-DF33E458B4B8}" type="presParOf" srcId="{0E1F0EED-562A-4EC6-BDBF-C9236F9488AB}" destId="{205D552A-668A-4627-9FA0-E2761A003DA0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11DDDBA7-8AD9-4E3A-B4A0-9B78DBEB5745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4E7CC3A0-4E5C-4019-BD06-AE811E75EAA9}">
      <dgm:prSet/>
      <dgm:spPr/>
      <dgm:t>
        <a:bodyPr/>
        <a:lstStyle/>
        <a:p>
          <a:r>
            <a:rPr lang="en-US"/>
            <a:t>Step 1: Requirement analysis and data structuring.</a:t>
          </a:r>
        </a:p>
      </dgm:t>
    </dgm:pt>
    <dgm:pt modelId="{7ED45ECE-50FA-4E94-8431-2B2CC2534454}" type="parTrans" cxnId="{89090ED5-DBDC-443D-B387-ADFCD14C7DD6}">
      <dgm:prSet/>
      <dgm:spPr/>
      <dgm:t>
        <a:bodyPr/>
        <a:lstStyle/>
        <a:p>
          <a:endParaRPr lang="en-US"/>
        </a:p>
      </dgm:t>
    </dgm:pt>
    <dgm:pt modelId="{D0AB2B0E-A895-447F-938C-04691596253A}" type="sibTrans" cxnId="{89090ED5-DBDC-443D-B387-ADFCD14C7DD6}">
      <dgm:prSet/>
      <dgm:spPr/>
      <dgm:t>
        <a:bodyPr/>
        <a:lstStyle/>
        <a:p>
          <a:endParaRPr lang="en-US"/>
        </a:p>
      </dgm:t>
    </dgm:pt>
    <dgm:pt modelId="{C31BAFD7-830B-4909-A3B0-6B1CCF824123}">
      <dgm:prSet/>
      <dgm:spPr/>
      <dgm:t>
        <a:bodyPr/>
        <a:lstStyle/>
        <a:p>
          <a:r>
            <a:rPr lang="en-US"/>
            <a:t>Step 2: Integration with existing business applications.</a:t>
          </a:r>
        </a:p>
      </dgm:t>
    </dgm:pt>
    <dgm:pt modelId="{349E85DE-20C6-40F7-8012-091F34EA1B76}" type="parTrans" cxnId="{B109288E-1C50-4E0C-B73F-043D28686783}">
      <dgm:prSet/>
      <dgm:spPr/>
      <dgm:t>
        <a:bodyPr/>
        <a:lstStyle/>
        <a:p>
          <a:endParaRPr lang="en-US"/>
        </a:p>
      </dgm:t>
    </dgm:pt>
    <dgm:pt modelId="{41549452-5353-4B89-9975-1CBD6B35FBBB}" type="sibTrans" cxnId="{B109288E-1C50-4E0C-B73F-043D28686783}">
      <dgm:prSet/>
      <dgm:spPr/>
      <dgm:t>
        <a:bodyPr/>
        <a:lstStyle/>
        <a:p>
          <a:endParaRPr lang="en-US"/>
        </a:p>
      </dgm:t>
    </dgm:pt>
    <dgm:pt modelId="{7E138768-ACE3-4010-A5DE-FEBE714C575C}">
      <dgm:prSet/>
      <dgm:spPr/>
      <dgm:t>
        <a:bodyPr/>
        <a:lstStyle/>
        <a:p>
          <a:r>
            <a:rPr lang="en-US"/>
            <a:t>Step 3: Training teams to manage transactions and data.</a:t>
          </a:r>
        </a:p>
      </dgm:t>
    </dgm:pt>
    <dgm:pt modelId="{C8391B8E-94CD-4475-9FCF-02B7E68B1FE3}" type="parTrans" cxnId="{2FB18345-96A4-4AB6-9C95-69EAC326C5C9}">
      <dgm:prSet/>
      <dgm:spPr/>
      <dgm:t>
        <a:bodyPr/>
        <a:lstStyle/>
        <a:p>
          <a:endParaRPr lang="en-US"/>
        </a:p>
      </dgm:t>
    </dgm:pt>
    <dgm:pt modelId="{8493D3A7-64E6-43DE-B718-8B25008B88D7}" type="sibTrans" cxnId="{2FB18345-96A4-4AB6-9C95-69EAC326C5C9}">
      <dgm:prSet/>
      <dgm:spPr/>
      <dgm:t>
        <a:bodyPr/>
        <a:lstStyle/>
        <a:p>
          <a:endParaRPr lang="en-US"/>
        </a:p>
      </dgm:t>
    </dgm:pt>
    <dgm:pt modelId="{E19940DE-8F7B-43D2-BDCE-7C273FB46118}">
      <dgm:prSet/>
      <dgm:spPr/>
      <dgm:t>
        <a:bodyPr/>
        <a:lstStyle/>
        <a:p>
          <a:r>
            <a:rPr lang="en-US"/>
            <a:t>Example: Banking sector uses IMS for account data and ATM transactions.</a:t>
          </a:r>
        </a:p>
      </dgm:t>
    </dgm:pt>
    <dgm:pt modelId="{A2C32B72-6C75-4D1A-82DA-B88318E18EA7}" type="parTrans" cxnId="{AFA10395-980E-4F9D-BE8F-A4DE7DF141CA}">
      <dgm:prSet/>
      <dgm:spPr/>
      <dgm:t>
        <a:bodyPr/>
        <a:lstStyle/>
        <a:p>
          <a:endParaRPr lang="en-US"/>
        </a:p>
      </dgm:t>
    </dgm:pt>
    <dgm:pt modelId="{DA90EFAF-F83B-4E17-B35A-AE12F48A6A5F}" type="sibTrans" cxnId="{AFA10395-980E-4F9D-BE8F-A4DE7DF141CA}">
      <dgm:prSet/>
      <dgm:spPr/>
      <dgm:t>
        <a:bodyPr/>
        <a:lstStyle/>
        <a:p>
          <a:endParaRPr lang="en-US"/>
        </a:p>
      </dgm:t>
    </dgm:pt>
    <dgm:pt modelId="{F4E9671D-9BE1-4C1F-90E9-F5AF26EA93CA}" type="pres">
      <dgm:prSet presAssocID="{11DDDBA7-8AD9-4E3A-B4A0-9B78DBEB5745}" presName="root" presStyleCnt="0">
        <dgm:presLayoutVars>
          <dgm:dir/>
          <dgm:resizeHandles val="exact"/>
        </dgm:presLayoutVars>
      </dgm:prSet>
      <dgm:spPr/>
    </dgm:pt>
    <dgm:pt modelId="{A25F4391-60C0-4E92-9E2F-1A3B05649330}" type="pres">
      <dgm:prSet presAssocID="{4E7CC3A0-4E5C-4019-BD06-AE811E75EAA9}" presName="compNode" presStyleCnt="0"/>
      <dgm:spPr/>
    </dgm:pt>
    <dgm:pt modelId="{D3F9A03D-37B4-40BD-9A12-6499894AF244}" type="pres">
      <dgm:prSet presAssocID="{4E7CC3A0-4E5C-4019-BD06-AE811E75EAA9}" presName="bgRect" presStyleLbl="bgShp" presStyleIdx="0" presStyleCnt="4"/>
      <dgm:spPr/>
    </dgm:pt>
    <dgm:pt modelId="{596C6286-C635-4824-B3AA-C7AFE9380135}" type="pres">
      <dgm:prSet presAssocID="{4E7CC3A0-4E5C-4019-BD06-AE811E75EAA9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lowchart"/>
        </a:ext>
      </dgm:extLst>
    </dgm:pt>
    <dgm:pt modelId="{CB36CD06-F501-4BB6-BCFD-F4325FF2066F}" type="pres">
      <dgm:prSet presAssocID="{4E7CC3A0-4E5C-4019-BD06-AE811E75EAA9}" presName="spaceRect" presStyleCnt="0"/>
      <dgm:spPr/>
    </dgm:pt>
    <dgm:pt modelId="{13CFC007-A6DE-4C33-99AE-4C1DB04B1198}" type="pres">
      <dgm:prSet presAssocID="{4E7CC3A0-4E5C-4019-BD06-AE811E75EAA9}" presName="parTx" presStyleLbl="revTx" presStyleIdx="0" presStyleCnt="4">
        <dgm:presLayoutVars>
          <dgm:chMax val="0"/>
          <dgm:chPref val="0"/>
        </dgm:presLayoutVars>
      </dgm:prSet>
      <dgm:spPr/>
    </dgm:pt>
    <dgm:pt modelId="{32D4AD31-26A0-44B7-800B-78FEA16136CB}" type="pres">
      <dgm:prSet presAssocID="{D0AB2B0E-A895-447F-938C-04691596253A}" presName="sibTrans" presStyleCnt="0"/>
      <dgm:spPr/>
    </dgm:pt>
    <dgm:pt modelId="{CA4F7294-1C3E-4E1D-A52E-2B52968392B0}" type="pres">
      <dgm:prSet presAssocID="{C31BAFD7-830B-4909-A3B0-6B1CCF824123}" presName="compNode" presStyleCnt="0"/>
      <dgm:spPr/>
    </dgm:pt>
    <dgm:pt modelId="{775F83C4-77AE-4195-986D-E1E21C5A2926}" type="pres">
      <dgm:prSet presAssocID="{C31BAFD7-830B-4909-A3B0-6B1CCF824123}" presName="bgRect" presStyleLbl="bgShp" presStyleIdx="1" presStyleCnt="4"/>
      <dgm:spPr/>
    </dgm:pt>
    <dgm:pt modelId="{93067499-4BAA-4291-90C1-5938918EF0A7}" type="pres">
      <dgm:prSet presAssocID="{C31BAFD7-830B-4909-A3B0-6B1CCF824123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Network Diagram"/>
        </a:ext>
      </dgm:extLst>
    </dgm:pt>
    <dgm:pt modelId="{5CA9B71C-E350-4E69-B13A-5AB9244E2E2C}" type="pres">
      <dgm:prSet presAssocID="{C31BAFD7-830B-4909-A3B0-6B1CCF824123}" presName="spaceRect" presStyleCnt="0"/>
      <dgm:spPr/>
    </dgm:pt>
    <dgm:pt modelId="{906EB36A-4D12-4C3F-9347-C3497AC070AC}" type="pres">
      <dgm:prSet presAssocID="{C31BAFD7-830B-4909-A3B0-6B1CCF824123}" presName="parTx" presStyleLbl="revTx" presStyleIdx="1" presStyleCnt="4">
        <dgm:presLayoutVars>
          <dgm:chMax val="0"/>
          <dgm:chPref val="0"/>
        </dgm:presLayoutVars>
      </dgm:prSet>
      <dgm:spPr/>
    </dgm:pt>
    <dgm:pt modelId="{F57568EB-9494-4E83-9FA5-FF57B0B1E651}" type="pres">
      <dgm:prSet presAssocID="{41549452-5353-4B89-9975-1CBD6B35FBBB}" presName="sibTrans" presStyleCnt="0"/>
      <dgm:spPr/>
    </dgm:pt>
    <dgm:pt modelId="{8AD5F87E-6D7D-4209-997F-17A1F1B10CD3}" type="pres">
      <dgm:prSet presAssocID="{7E138768-ACE3-4010-A5DE-FEBE714C575C}" presName="compNode" presStyleCnt="0"/>
      <dgm:spPr/>
    </dgm:pt>
    <dgm:pt modelId="{C7A24976-DA3A-4301-B5B1-E7557E8157BE}" type="pres">
      <dgm:prSet presAssocID="{7E138768-ACE3-4010-A5DE-FEBE714C575C}" presName="bgRect" presStyleLbl="bgShp" presStyleIdx="2" presStyleCnt="4"/>
      <dgm:spPr/>
    </dgm:pt>
    <dgm:pt modelId="{C0182958-B3DE-4851-80D3-8350AC937FA2}" type="pres">
      <dgm:prSet presAssocID="{7E138768-ACE3-4010-A5DE-FEBE714C575C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Workflow"/>
        </a:ext>
      </dgm:extLst>
    </dgm:pt>
    <dgm:pt modelId="{234A4B01-D152-438F-ADF2-4C0CE261ADFF}" type="pres">
      <dgm:prSet presAssocID="{7E138768-ACE3-4010-A5DE-FEBE714C575C}" presName="spaceRect" presStyleCnt="0"/>
      <dgm:spPr/>
    </dgm:pt>
    <dgm:pt modelId="{E99283C6-F41A-4231-B177-2B8C3F43095E}" type="pres">
      <dgm:prSet presAssocID="{7E138768-ACE3-4010-A5DE-FEBE714C575C}" presName="parTx" presStyleLbl="revTx" presStyleIdx="2" presStyleCnt="4">
        <dgm:presLayoutVars>
          <dgm:chMax val="0"/>
          <dgm:chPref val="0"/>
        </dgm:presLayoutVars>
      </dgm:prSet>
      <dgm:spPr/>
    </dgm:pt>
    <dgm:pt modelId="{D45CC946-698B-4F33-B73F-F478A37DD04E}" type="pres">
      <dgm:prSet presAssocID="{8493D3A7-64E6-43DE-B718-8B25008B88D7}" presName="sibTrans" presStyleCnt="0"/>
      <dgm:spPr/>
    </dgm:pt>
    <dgm:pt modelId="{F5DB6AAF-881F-4622-990F-499F92E060E5}" type="pres">
      <dgm:prSet presAssocID="{E19940DE-8F7B-43D2-BDCE-7C273FB46118}" presName="compNode" presStyleCnt="0"/>
      <dgm:spPr/>
    </dgm:pt>
    <dgm:pt modelId="{E6DAC40C-E0E3-4A72-981C-DB452405D9E0}" type="pres">
      <dgm:prSet presAssocID="{E19940DE-8F7B-43D2-BDCE-7C273FB46118}" presName="bgRect" presStyleLbl="bgShp" presStyleIdx="3" presStyleCnt="4"/>
      <dgm:spPr/>
    </dgm:pt>
    <dgm:pt modelId="{4CD4AF39-FF14-4795-A232-481C0156AFB1}" type="pres">
      <dgm:prSet presAssocID="{E19940DE-8F7B-43D2-BDCE-7C273FB46118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nk"/>
        </a:ext>
      </dgm:extLst>
    </dgm:pt>
    <dgm:pt modelId="{69046F88-5B96-4519-87A3-6B5B0A10E951}" type="pres">
      <dgm:prSet presAssocID="{E19940DE-8F7B-43D2-BDCE-7C273FB46118}" presName="spaceRect" presStyleCnt="0"/>
      <dgm:spPr/>
    </dgm:pt>
    <dgm:pt modelId="{9AEB97CD-84FC-48C5-A324-715E1965322F}" type="pres">
      <dgm:prSet presAssocID="{E19940DE-8F7B-43D2-BDCE-7C273FB46118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9522765C-E646-4AAC-8C98-4D41DF89C50B}" type="presOf" srcId="{4E7CC3A0-4E5C-4019-BD06-AE811E75EAA9}" destId="{13CFC007-A6DE-4C33-99AE-4C1DB04B1198}" srcOrd="0" destOrd="0" presId="urn:microsoft.com/office/officeart/2018/2/layout/IconVerticalSolidList"/>
    <dgm:cxn modelId="{78813861-A57D-4FB4-8A2E-5C3D89323006}" type="presOf" srcId="{C31BAFD7-830B-4909-A3B0-6B1CCF824123}" destId="{906EB36A-4D12-4C3F-9347-C3497AC070AC}" srcOrd="0" destOrd="0" presId="urn:microsoft.com/office/officeart/2018/2/layout/IconVerticalSolidList"/>
    <dgm:cxn modelId="{2FB18345-96A4-4AB6-9C95-69EAC326C5C9}" srcId="{11DDDBA7-8AD9-4E3A-B4A0-9B78DBEB5745}" destId="{7E138768-ACE3-4010-A5DE-FEBE714C575C}" srcOrd="2" destOrd="0" parTransId="{C8391B8E-94CD-4475-9FCF-02B7E68B1FE3}" sibTransId="{8493D3A7-64E6-43DE-B718-8B25008B88D7}"/>
    <dgm:cxn modelId="{508F6552-4BF7-4F5F-ABBB-178F32FB7A11}" type="presOf" srcId="{11DDDBA7-8AD9-4E3A-B4A0-9B78DBEB5745}" destId="{F4E9671D-9BE1-4C1F-90E9-F5AF26EA93CA}" srcOrd="0" destOrd="0" presId="urn:microsoft.com/office/officeart/2018/2/layout/IconVerticalSolidList"/>
    <dgm:cxn modelId="{B109288E-1C50-4E0C-B73F-043D28686783}" srcId="{11DDDBA7-8AD9-4E3A-B4A0-9B78DBEB5745}" destId="{C31BAFD7-830B-4909-A3B0-6B1CCF824123}" srcOrd="1" destOrd="0" parTransId="{349E85DE-20C6-40F7-8012-091F34EA1B76}" sibTransId="{41549452-5353-4B89-9975-1CBD6B35FBBB}"/>
    <dgm:cxn modelId="{AFA10395-980E-4F9D-BE8F-A4DE7DF141CA}" srcId="{11DDDBA7-8AD9-4E3A-B4A0-9B78DBEB5745}" destId="{E19940DE-8F7B-43D2-BDCE-7C273FB46118}" srcOrd="3" destOrd="0" parTransId="{A2C32B72-6C75-4D1A-82DA-B88318E18EA7}" sibTransId="{DA90EFAF-F83B-4E17-B35A-AE12F48A6A5F}"/>
    <dgm:cxn modelId="{89090ED5-DBDC-443D-B387-ADFCD14C7DD6}" srcId="{11DDDBA7-8AD9-4E3A-B4A0-9B78DBEB5745}" destId="{4E7CC3A0-4E5C-4019-BD06-AE811E75EAA9}" srcOrd="0" destOrd="0" parTransId="{7ED45ECE-50FA-4E94-8431-2B2CC2534454}" sibTransId="{D0AB2B0E-A895-447F-938C-04691596253A}"/>
    <dgm:cxn modelId="{0B7877DC-1172-48CF-B7E6-CA3789EC020B}" type="presOf" srcId="{7E138768-ACE3-4010-A5DE-FEBE714C575C}" destId="{E99283C6-F41A-4231-B177-2B8C3F43095E}" srcOrd="0" destOrd="0" presId="urn:microsoft.com/office/officeart/2018/2/layout/IconVerticalSolidList"/>
    <dgm:cxn modelId="{9679C5F0-2145-45C6-AF79-471A12FEFB2D}" type="presOf" srcId="{E19940DE-8F7B-43D2-BDCE-7C273FB46118}" destId="{9AEB97CD-84FC-48C5-A324-715E1965322F}" srcOrd="0" destOrd="0" presId="urn:microsoft.com/office/officeart/2018/2/layout/IconVerticalSolidList"/>
    <dgm:cxn modelId="{3E63E733-10B3-4004-B105-6D5C21884A2E}" type="presParOf" srcId="{F4E9671D-9BE1-4C1F-90E9-F5AF26EA93CA}" destId="{A25F4391-60C0-4E92-9E2F-1A3B05649330}" srcOrd="0" destOrd="0" presId="urn:microsoft.com/office/officeart/2018/2/layout/IconVerticalSolidList"/>
    <dgm:cxn modelId="{1EA448C2-CB3E-4754-B15F-4B000A684E71}" type="presParOf" srcId="{A25F4391-60C0-4E92-9E2F-1A3B05649330}" destId="{D3F9A03D-37B4-40BD-9A12-6499894AF244}" srcOrd="0" destOrd="0" presId="urn:microsoft.com/office/officeart/2018/2/layout/IconVerticalSolidList"/>
    <dgm:cxn modelId="{54CEA9A1-BF9D-49B1-9BB4-5BA1B615A635}" type="presParOf" srcId="{A25F4391-60C0-4E92-9E2F-1A3B05649330}" destId="{596C6286-C635-4824-B3AA-C7AFE9380135}" srcOrd="1" destOrd="0" presId="urn:microsoft.com/office/officeart/2018/2/layout/IconVerticalSolidList"/>
    <dgm:cxn modelId="{545E5734-0EE1-48F8-938B-5A7919CCC124}" type="presParOf" srcId="{A25F4391-60C0-4E92-9E2F-1A3B05649330}" destId="{CB36CD06-F501-4BB6-BCFD-F4325FF2066F}" srcOrd="2" destOrd="0" presId="urn:microsoft.com/office/officeart/2018/2/layout/IconVerticalSolidList"/>
    <dgm:cxn modelId="{4D8511B7-C4F4-4D22-B697-75CDDDC5BB33}" type="presParOf" srcId="{A25F4391-60C0-4E92-9E2F-1A3B05649330}" destId="{13CFC007-A6DE-4C33-99AE-4C1DB04B1198}" srcOrd="3" destOrd="0" presId="urn:microsoft.com/office/officeart/2018/2/layout/IconVerticalSolidList"/>
    <dgm:cxn modelId="{785F9CD3-220A-448D-B074-6DA18FA87169}" type="presParOf" srcId="{F4E9671D-9BE1-4C1F-90E9-F5AF26EA93CA}" destId="{32D4AD31-26A0-44B7-800B-78FEA16136CB}" srcOrd="1" destOrd="0" presId="urn:microsoft.com/office/officeart/2018/2/layout/IconVerticalSolidList"/>
    <dgm:cxn modelId="{F72D01B1-20F5-430A-AE56-EBDEFA8422F9}" type="presParOf" srcId="{F4E9671D-9BE1-4C1F-90E9-F5AF26EA93CA}" destId="{CA4F7294-1C3E-4E1D-A52E-2B52968392B0}" srcOrd="2" destOrd="0" presId="urn:microsoft.com/office/officeart/2018/2/layout/IconVerticalSolidList"/>
    <dgm:cxn modelId="{5AF5BFE6-A950-49ED-9818-203C3A8F9825}" type="presParOf" srcId="{CA4F7294-1C3E-4E1D-A52E-2B52968392B0}" destId="{775F83C4-77AE-4195-986D-E1E21C5A2926}" srcOrd="0" destOrd="0" presId="urn:microsoft.com/office/officeart/2018/2/layout/IconVerticalSolidList"/>
    <dgm:cxn modelId="{B6892004-8D5E-42F0-9CAF-FD50F0E54255}" type="presParOf" srcId="{CA4F7294-1C3E-4E1D-A52E-2B52968392B0}" destId="{93067499-4BAA-4291-90C1-5938918EF0A7}" srcOrd="1" destOrd="0" presId="urn:microsoft.com/office/officeart/2018/2/layout/IconVerticalSolidList"/>
    <dgm:cxn modelId="{19AF22F2-A312-4805-9E32-E1ACED65F352}" type="presParOf" srcId="{CA4F7294-1C3E-4E1D-A52E-2B52968392B0}" destId="{5CA9B71C-E350-4E69-B13A-5AB9244E2E2C}" srcOrd="2" destOrd="0" presId="urn:microsoft.com/office/officeart/2018/2/layout/IconVerticalSolidList"/>
    <dgm:cxn modelId="{D52F47A6-2FE1-4A39-9619-7708D65DF86F}" type="presParOf" srcId="{CA4F7294-1C3E-4E1D-A52E-2B52968392B0}" destId="{906EB36A-4D12-4C3F-9347-C3497AC070AC}" srcOrd="3" destOrd="0" presId="urn:microsoft.com/office/officeart/2018/2/layout/IconVerticalSolidList"/>
    <dgm:cxn modelId="{4E58F3D5-FF98-4B44-838C-4AB082F28E74}" type="presParOf" srcId="{F4E9671D-9BE1-4C1F-90E9-F5AF26EA93CA}" destId="{F57568EB-9494-4E83-9FA5-FF57B0B1E651}" srcOrd="3" destOrd="0" presId="urn:microsoft.com/office/officeart/2018/2/layout/IconVerticalSolidList"/>
    <dgm:cxn modelId="{2523B713-2B73-4F20-80A4-D219786CD2F8}" type="presParOf" srcId="{F4E9671D-9BE1-4C1F-90E9-F5AF26EA93CA}" destId="{8AD5F87E-6D7D-4209-997F-17A1F1B10CD3}" srcOrd="4" destOrd="0" presId="urn:microsoft.com/office/officeart/2018/2/layout/IconVerticalSolidList"/>
    <dgm:cxn modelId="{4D9F0462-EA84-4F18-AE5E-52950EDCBCA5}" type="presParOf" srcId="{8AD5F87E-6D7D-4209-997F-17A1F1B10CD3}" destId="{C7A24976-DA3A-4301-B5B1-E7557E8157BE}" srcOrd="0" destOrd="0" presId="urn:microsoft.com/office/officeart/2018/2/layout/IconVerticalSolidList"/>
    <dgm:cxn modelId="{C136D846-F7B5-49C2-9C3D-99817F7020F1}" type="presParOf" srcId="{8AD5F87E-6D7D-4209-997F-17A1F1B10CD3}" destId="{C0182958-B3DE-4851-80D3-8350AC937FA2}" srcOrd="1" destOrd="0" presId="urn:microsoft.com/office/officeart/2018/2/layout/IconVerticalSolidList"/>
    <dgm:cxn modelId="{1213272C-64C4-49D4-8CA0-40FBFE8E3D66}" type="presParOf" srcId="{8AD5F87E-6D7D-4209-997F-17A1F1B10CD3}" destId="{234A4B01-D152-438F-ADF2-4C0CE261ADFF}" srcOrd="2" destOrd="0" presId="urn:microsoft.com/office/officeart/2018/2/layout/IconVerticalSolidList"/>
    <dgm:cxn modelId="{816E7B50-C882-4649-AA72-B19E64998D29}" type="presParOf" srcId="{8AD5F87E-6D7D-4209-997F-17A1F1B10CD3}" destId="{E99283C6-F41A-4231-B177-2B8C3F43095E}" srcOrd="3" destOrd="0" presId="urn:microsoft.com/office/officeart/2018/2/layout/IconVerticalSolidList"/>
    <dgm:cxn modelId="{37CBF05B-A215-4191-9399-76A4AB320CA4}" type="presParOf" srcId="{F4E9671D-9BE1-4C1F-90E9-F5AF26EA93CA}" destId="{D45CC946-698B-4F33-B73F-F478A37DD04E}" srcOrd="5" destOrd="0" presId="urn:microsoft.com/office/officeart/2018/2/layout/IconVerticalSolidList"/>
    <dgm:cxn modelId="{52BE4E6F-2A66-4B7A-B05F-4D5CBAA2F2FC}" type="presParOf" srcId="{F4E9671D-9BE1-4C1F-90E9-F5AF26EA93CA}" destId="{F5DB6AAF-881F-4622-990F-499F92E060E5}" srcOrd="6" destOrd="0" presId="urn:microsoft.com/office/officeart/2018/2/layout/IconVerticalSolidList"/>
    <dgm:cxn modelId="{BB6751C9-16D9-4E00-8620-47D58FB47781}" type="presParOf" srcId="{F5DB6AAF-881F-4622-990F-499F92E060E5}" destId="{E6DAC40C-E0E3-4A72-981C-DB452405D9E0}" srcOrd="0" destOrd="0" presId="urn:microsoft.com/office/officeart/2018/2/layout/IconVerticalSolidList"/>
    <dgm:cxn modelId="{3D0A0390-7C05-4709-ABD6-E6E95A175E44}" type="presParOf" srcId="{F5DB6AAF-881F-4622-990F-499F92E060E5}" destId="{4CD4AF39-FF14-4795-A232-481C0156AFB1}" srcOrd="1" destOrd="0" presId="urn:microsoft.com/office/officeart/2018/2/layout/IconVerticalSolidList"/>
    <dgm:cxn modelId="{FF573998-4CD9-4EA2-A6AC-9A7E68FD314C}" type="presParOf" srcId="{F5DB6AAF-881F-4622-990F-499F92E060E5}" destId="{69046F88-5B96-4519-87A3-6B5B0A10E951}" srcOrd="2" destOrd="0" presId="urn:microsoft.com/office/officeart/2018/2/layout/IconVerticalSolidList"/>
    <dgm:cxn modelId="{CE385737-FE2A-4871-86B5-13322C199CA4}" type="presParOf" srcId="{F5DB6AAF-881F-4622-990F-499F92E060E5}" destId="{9AEB97CD-84FC-48C5-A324-715E1965322F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B72A9EC3-66F3-4052-A850-BF477687F29F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DDA2EC33-A362-4ED8-AFDF-BA1273236EDA}">
      <dgm:prSet/>
      <dgm:spPr/>
      <dgm:t>
        <a:bodyPr/>
        <a:lstStyle/>
        <a:p>
          <a:r>
            <a:rPr lang="en-US"/>
            <a:t>Centralized data control and faster access.</a:t>
          </a:r>
        </a:p>
      </dgm:t>
    </dgm:pt>
    <dgm:pt modelId="{91B6C595-485C-4BE6-8042-969D0EAD1777}" type="parTrans" cxnId="{1C5CDF28-BAA9-457A-958F-DB1EB69DCE2C}">
      <dgm:prSet/>
      <dgm:spPr/>
      <dgm:t>
        <a:bodyPr/>
        <a:lstStyle/>
        <a:p>
          <a:endParaRPr lang="en-US"/>
        </a:p>
      </dgm:t>
    </dgm:pt>
    <dgm:pt modelId="{69988D65-218E-42C1-A8AE-F0600A38B1A8}" type="sibTrans" cxnId="{1C5CDF28-BAA9-457A-958F-DB1EB69DCE2C}">
      <dgm:prSet/>
      <dgm:spPr/>
      <dgm:t>
        <a:bodyPr/>
        <a:lstStyle/>
        <a:p>
          <a:endParaRPr lang="en-US"/>
        </a:p>
      </dgm:t>
    </dgm:pt>
    <dgm:pt modelId="{381E3F7C-FF7C-4355-B702-7B9E1F43D257}">
      <dgm:prSet/>
      <dgm:spPr/>
      <dgm:t>
        <a:bodyPr/>
        <a:lstStyle/>
        <a:p>
          <a:r>
            <a:rPr lang="en-US"/>
            <a:t>Ensures reliability, scalability, and security.</a:t>
          </a:r>
        </a:p>
      </dgm:t>
    </dgm:pt>
    <dgm:pt modelId="{1B7D7603-7F09-452B-B2B9-69AA6E06957E}" type="parTrans" cxnId="{6A29FABA-F12D-4271-95EB-77525C9633F8}">
      <dgm:prSet/>
      <dgm:spPr/>
      <dgm:t>
        <a:bodyPr/>
        <a:lstStyle/>
        <a:p>
          <a:endParaRPr lang="en-US"/>
        </a:p>
      </dgm:t>
    </dgm:pt>
    <dgm:pt modelId="{A015938D-0BCD-48F0-BEB1-20264BC5BF8C}" type="sibTrans" cxnId="{6A29FABA-F12D-4271-95EB-77525C9633F8}">
      <dgm:prSet/>
      <dgm:spPr/>
      <dgm:t>
        <a:bodyPr/>
        <a:lstStyle/>
        <a:p>
          <a:endParaRPr lang="en-US"/>
        </a:p>
      </dgm:t>
    </dgm:pt>
    <dgm:pt modelId="{05707A74-5560-49AC-A6A7-3166B417A4A8}">
      <dgm:prSet/>
      <dgm:spPr/>
      <dgm:t>
        <a:bodyPr/>
        <a:lstStyle/>
        <a:p>
          <a:r>
            <a:rPr lang="en-US"/>
            <a:t>Supports business intelligence and analytics.</a:t>
          </a:r>
        </a:p>
      </dgm:t>
    </dgm:pt>
    <dgm:pt modelId="{AF96B0ED-CED3-435A-8389-8080E42CE42F}" type="parTrans" cxnId="{431327E4-550F-4107-AA68-4F98A22C8CAC}">
      <dgm:prSet/>
      <dgm:spPr/>
      <dgm:t>
        <a:bodyPr/>
        <a:lstStyle/>
        <a:p>
          <a:endParaRPr lang="en-US"/>
        </a:p>
      </dgm:t>
    </dgm:pt>
    <dgm:pt modelId="{1237C278-2183-4F1D-A7BC-9FCC0C089B96}" type="sibTrans" cxnId="{431327E4-550F-4107-AA68-4F98A22C8CAC}">
      <dgm:prSet/>
      <dgm:spPr/>
      <dgm:t>
        <a:bodyPr/>
        <a:lstStyle/>
        <a:p>
          <a:endParaRPr lang="en-US"/>
        </a:p>
      </dgm:t>
    </dgm:pt>
    <dgm:pt modelId="{3F5BCAE5-6A0C-4F65-A559-6C8B8463ED15}">
      <dgm:prSet/>
      <dgm:spPr/>
      <dgm:t>
        <a:bodyPr/>
        <a:lstStyle/>
        <a:p>
          <a:r>
            <a:rPr lang="en-US"/>
            <a:t>Improves productivity by automating record management.</a:t>
          </a:r>
        </a:p>
      </dgm:t>
    </dgm:pt>
    <dgm:pt modelId="{F043C436-5B14-4FB7-82B2-70764CEED759}" type="parTrans" cxnId="{DE5193BD-C58E-4364-82F3-4F6A5E9302D7}">
      <dgm:prSet/>
      <dgm:spPr/>
      <dgm:t>
        <a:bodyPr/>
        <a:lstStyle/>
        <a:p>
          <a:endParaRPr lang="en-US"/>
        </a:p>
      </dgm:t>
    </dgm:pt>
    <dgm:pt modelId="{63C4F63D-F8DA-4DC0-82F9-C2D811240B23}" type="sibTrans" cxnId="{DE5193BD-C58E-4364-82F3-4F6A5E9302D7}">
      <dgm:prSet/>
      <dgm:spPr/>
      <dgm:t>
        <a:bodyPr/>
        <a:lstStyle/>
        <a:p>
          <a:endParaRPr lang="en-US"/>
        </a:p>
      </dgm:t>
    </dgm:pt>
    <dgm:pt modelId="{C669D7AF-C68D-40D3-8BB6-453A7A28AD16}" type="pres">
      <dgm:prSet presAssocID="{B72A9EC3-66F3-4052-A850-BF477687F29F}" presName="root" presStyleCnt="0">
        <dgm:presLayoutVars>
          <dgm:dir/>
          <dgm:resizeHandles val="exact"/>
        </dgm:presLayoutVars>
      </dgm:prSet>
      <dgm:spPr/>
    </dgm:pt>
    <dgm:pt modelId="{36A3D3A9-48B8-45FA-AD6B-05E7F41D6074}" type="pres">
      <dgm:prSet presAssocID="{DDA2EC33-A362-4ED8-AFDF-BA1273236EDA}" presName="compNode" presStyleCnt="0"/>
      <dgm:spPr/>
    </dgm:pt>
    <dgm:pt modelId="{BD8579F8-A8D5-4573-93AB-AC81A5F7E290}" type="pres">
      <dgm:prSet presAssocID="{DDA2EC33-A362-4ED8-AFDF-BA1273236EDA}" presName="bgRect" presStyleLbl="bgShp" presStyleIdx="0" presStyleCnt="4"/>
      <dgm:spPr/>
    </dgm:pt>
    <dgm:pt modelId="{C271B2F3-C310-4653-BCCA-34B0EEB06619}" type="pres">
      <dgm:prSet presAssocID="{DDA2EC33-A362-4ED8-AFDF-BA1273236EDA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erver"/>
        </a:ext>
      </dgm:extLst>
    </dgm:pt>
    <dgm:pt modelId="{41B50BF9-98FB-4A4F-B72A-0C588B577536}" type="pres">
      <dgm:prSet presAssocID="{DDA2EC33-A362-4ED8-AFDF-BA1273236EDA}" presName="spaceRect" presStyleCnt="0"/>
      <dgm:spPr/>
    </dgm:pt>
    <dgm:pt modelId="{E622CCC3-E921-4642-97F9-FEEF53023FF1}" type="pres">
      <dgm:prSet presAssocID="{DDA2EC33-A362-4ED8-AFDF-BA1273236EDA}" presName="parTx" presStyleLbl="revTx" presStyleIdx="0" presStyleCnt="4">
        <dgm:presLayoutVars>
          <dgm:chMax val="0"/>
          <dgm:chPref val="0"/>
        </dgm:presLayoutVars>
      </dgm:prSet>
      <dgm:spPr/>
    </dgm:pt>
    <dgm:pt modelId="{639E8867-6DA1-49FD-BA79-410D1737DF19}" type="pres">
      <dgm:prSet presAssocID="{69988D65-218E-42C1-A8AE-F0600A38B1A8}" presName="sibTrans" presStyleCnt="0"/>
      <dgm:spPr/>
    </dgm:pt>
    <dgm:pt modelId="{A75AB4A9-5A77-4591-8D74-FC76E4501D80}" type="pres">
      <dgm:prSet presAssocID="{381E3F7C-FF7C-4355-B702-7B9E1F43D257}" presName="compNode" presStyleCnt="0"/>
      <dgm:spPr/>
    </dgm:pt>
    <dgm:pt modelId="{8DCAAF74-B2DA-4C01-B56D-E5CC36BBFA8F}" type="pres">
      <dgm:prSet presAssocID="{381E3F7C-FF7C-4355-B702-7B9E1F43D257}" presName="bgRect" presStyleLbl="bgShp" presStyleIdx="1" presStyleCnt="4"/>
      <dgm:spPr/>
    </dgm:pt>
    <dgm:pt modelId="{8E5F0AAA-9357-4384-9AE6-6337F5CCECA8}" type="pres">
      <dgm:prSet presAssocID="{381E3F7C-FF7C-4355-B702-7B9E1F43D257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ocessor"/>
        </a:ext>
      </dgm:extLst>
    </dgm:pt>
    <dgm:pt modelId="{0708EA71-6638-4BD8-AA34-0E832837807A}" type="pres">
      <dgm:prSet presAssocID="{381E3F7C-FF7C-4355-B702-7B9E1F43D257}" presName="spaceRect" presStyleCnt="0"/>
      <dgm:spPr/>
    </dgm:pt>
    <dgm:pt modelId="{51B18C29-1046-4605-A377-C8F34EDCAFD6}" type="pres">
      <dgm:prSet presAssocID="{381E3F7C-FF7C-4355-B702-7B9E1F43D257}" presName="parTx" presStyleLbl="revTx" presStyleIdx="1" presStyleCnt="4">
        <dgm:presLayoutVars>
          <dgm:chMax val="0"/>
          <dgm:chPref val="0"/>
        </dgm:presLayoutVars>
      </dgm:prSet>
      <dgm:spPr/>
    </dgm:pt>
    <dgm:pt modelId="{32651FD5-7E06-4123-8522-F53AC2C135E8}" type="pres">
      <dgm:prSet presAssocID="{A015938D-0BCD-48F0-BEB1-20264BC5BF8C}" presName="sibTrans" presStyleCnt="0"/>
      <dgm:spPr/>
    </dgm:pt>
    <dgm:pt modelId="{6F017DE7-FC32-42AD-848A-AA71BACC3269}" type="pres">
      <dgm:prSet presAssocID="{05707A74-5560-49AC-A6A7-3166B417A4A8}" presName="compNode" presStyleCnt="0"/>
      <dgm:spPr/>
    </dgm:pt>
    <dgm:pt modelId="{196BC5B5-9F18-47CB-AC37-6FADCC90AC3C}" type="pres">
      <dgm:prSet presAssocID="{05707A74-5560-49AC-A6A7-3166B417A4A8}" presName="bgRect" presStyleLbl="bgShp" presStyleIdx="2" presStyleCnt="4"/>
      <dgm:spPr/>
    </dgm:pt>
    <dgm:pt modelId="{64493355-6ED1-47DE-BF93-5AEA4F35EA52}" type="pres">
      <dgm:prSet presAssocID="{05707A74-5560-49AC-A6A7-3166B417A4A8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r chart"/>
        </a:ext>
      </dgm:extLst>
    </dgm:pt>
    <dgm:pt modelId="{95FCD4D9-55D8-41FC-BA0E-87A62484EA6B}" type="pres">
      <dgm:prSet presAssocID="{05707A74-5560-49AC-A6A7-3166B417A4A8}" presName="spaceRect" presStyleCnt="0"/>
      <dgm:spPr/>
    </dgm:pt>
    <dgm:pt modelId="{98A535A2-891A-42C7-8D67-B7C04C99B337}" type="pres">
      <dgm:prSet presAssocID="{05707A74-5560-49AC-A6A7-3166B417A4A8}" presName="parTx" presStyleLbl="revTx" presStyleIdx="2" presStyleCnt="4">
        <dgm:presLayoutVars>
          <dgm:chMax val="0"/>
          <dgm:chPref val="0"/>
        </dgm:presLayoutVars>
      </dgm:prSet>
      <dgm:spPr/>
    </dgm:pt>
    <dgm:pt modelId="{9C96EBF8-82CC-487A-88D2-7ABDC8D34267}" type="pres">
      <dgm:prSet presAssocID="{1237C278-2183-4F1D-A7BC-9FCC0C089B96}" presName="sibTrans" presStyleCnt="0"/>
      <dgm:spPr/>
    </dgm:pt>
    <dgm:pt modelId="{F1B8ABEE-1476-4F76-BC9E-847D6C1981C7}" type="pres">
      <dgm:prSet presAssocID="{3F5BCAE5-6A0C-4F65-A559-6C8B8463ED15}" presName="compNode" presStyleCnt="0"/>
      <dgm:spPr/>
    </dgm:pt>
    <dgm:pt modelId="{AAEFDB8E-2DA5-43EF-9B4F-8C5657072693}" type="pres">
      <dgm:prSet presAssocID="{3F5BCAE5-6A0C-4F65-A559-6C8B8463ED15}" presName="bgRect" presStyleLbl="bgShp" presStyleIdx="3" presStyleCnt="4"/>
      <dgm:spPr/>
    </dgm:pt>
    <dgm:pt modelId="{50A82F96-F147-4AA0-9EA7-E0819ECC3F1F}" type="pres">
      <dgm:prSet presAssocID="{3F5BCAE5-6A0C-4F65-A559-6C8B8463ED15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ierarchy"/>
        </a:ext>
      </dgm:extLst>
    </dgm:pt>
    <dgm:pt modelId="{160C5794-DCF6-48F6-A45F-0271487E2E66}" type="pres">
      <dgm:prSet presAssocID="{3F5BCAE5-6A0C-4F65-A559-6C8B8463ED15}" presName="spaceRect" presStyleCnt="0"/>
      <dgm:spPr/>
    </dgm:pt>
    <dgm:pt modelId="{BA7C1CA4-5A3D-448D-A911-918225E6D137}" type="pres">
      <dgm:prSet presAssocID="{3F5BCAE5-6A0C-4F65-A559-6C8B8463ED15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1660DF17-C432-4E62-AF5C-7311E774D69E}" type="presOf" srcId="{05707A74-5560-49AC-A6A7-3166B417A4A8}" destId="{98A535A2-891A-42C7-8D67-B7C04C99B337}" srcOrd="0" destOrd="0" presId="urn:microsoft.com/office/officeart/2018/2/layout/IconVerticalSolidList"/>
    <dgm:cxn modelId="{A1963722-F734-4A9A-9547-4FF724AAB3FF}" type="presOf" srcId="{381E3F7C-FF7C-4355-B702-7B9E1F43D257}" destId="{51B18C29-1046-4605-A377-C8F34EDCAFD6}" srcOrd="0" destOrd="0" presId="urn:microsoft.com/office/officeart/2018/2/layout/IconVerticalSolidList"/>
    <dgm:cxn modelId="{1C5CDF28-BAA9-457A-958F-DB1EB69DCE2C}" srcId="{B72A9EC3-66F3-4052-A850-BF477687F29F}" destId="{DDA2EC33-A362-4ED8-AFDF-BA1273236EDA}" srcOrd="0" destOrd="0" parTransId="{91B6C595-485C-4BE6-8042-969D0EAD1777}" sibTransId="{69988D65-218E-42C1-A8AE-F0600A38B1A8}"/>
    <dgm:cxn modelId="{AAC3BD74-62A8-41D9-AC71-930FA54F8AF9}" type="presOf" srcId="{DDA2EC33-A362-4ED8-AFDF-BA1273236EDA}" destId="{E622CCC3-E921-4642-97F9-FEEF53023FF1}" srcOrd="0" destOrd="0" presId="urn:microsoft.com/office/officeart/2018/2/layout/IconVerticalSolidList"/>
    <dgm:cxn modelId="{F8E2B6A4-DD64-49B2-AA51-F6FFD813A986}" type="presOf" srcId="{3F5BCAE5-6A0C-4F65-A559-6C8B8463ED15}" destId="{BA7C1CA4-5A3D-448D-A911-918225E6D137}" srcOrd="0" destOrd="0" presId="urn:microsoft.com/office/officeart/2018/2/layout/IconVerticalSolidList"/>
    <dgm:cxn modelId="{6A29FABA-F12D-4271-95EB-77525C9633F8}" srcId="{B72A9EC3-66F3-4052-A850-BF477687F29F}" destId="{381E3F7C-FF7C-4355-B702-7B9E1F43D257}" srcOrd="1" destOrd="0" parTransId="{1B7D7603-7F09-452B-B2B9-69AA6E06957E}" sibTransId="{A015938D-0BCD-48F0-BEB1-20264BC5BF8C}"/>
    <dgm:cxn modelId="{DE5193BD-C58E-4364-82F3-4F6A5E9302D7}" srcId="{B72A9EC3-66F3-4052-A850-BF477687F29F}" destId="{3F5BCAE5-6A0C-4F65-A559-6C8B8463ED15}" srcOrd="3" destOrd="0" parTransId="{F043C436-5B14-4FB7-82B2-70764CEED759}" sibTransId="{63C4F63D-F8DA-4DC0-82F9-C2D811240B23}"/>
    <dgm:cxn modelId="{431327E4-550F-4107-AA68-4F98A22C8CAC}" srcId="{B72A9EC3-66F3-4052-A850-BF477687F29F}" destId="{05707A74-5560-49AC-A6A7-3166B417A4A8}" srcOrd="2" destOrd="0" parTransId="{AF96B0ED-CED3-435A-8389-8080E42CE42F}" sibTransId="{1237C278-2183-4F1D-A7BC-9FCC0C089B96}"/>
    <dgm:cxn modelId="{A66A50FC-3967-4034-88C7-B380E76D68C3}" type="presOf" srcId="{B72A9EC3-66F3-4052-A850-BF477687F29F}" destId="{C669D7AF-C68D-40D3-8BB6-453A7A28AD16}" srcOrd="0" destOrd="0" presId="urn:microsoft.com/office/officeart/2018/2/layout/IconVerticalSolidList"/>
    <dgm:cxn modelId="{CF8E6EC6-BFF0-4CA0-B092-60658ED56C50}" type="presParOf" srcId="{C669D7AF-C68D-40D3-8BB6-453A7A28AD16}" destId="{36A3D3A9-48B8-45FA-AD6B-05E7F41D6074}" srcOrd="0" destOrd="0" presId="urn:microsoft.com/office/officeart/2018/2/layout/IconVerticalSolidList"/>
    <dgm:cxn modelId="{29F7B250-4043-4E08-9AAD-02BA9B2C8B71}" type="presParOf" srcId="{36A3D3A9-48B8-45FA-AD6B-05E7F41D6074}" destId="{BD8579F8-A8D5-4573-93AB-AC81A5F7E290}" srcOrd="0" destOrd="0" presId="urn:microsoft.com/office/officeart/2018/2/layout/IconVerticalSolidList"/>
    <dgm:cxn modelId="{A852797F-128A-4C9F-AD37-55C9B83CE08A}" type="presParOf" srcId="{36A3D3A9-48B8-45FA-AD6B-05E7F41D6074}" destId="{C271B2F3-C310-4653-BCCA-34B0EEB06619}" srcOrd="1" destOrd="0" presId="urn:microsoft.com/office/officeart/2018/2/layout/IconVerticalSolidList"/>
    <dgm:cxn modelId="{7CEC2D32-1069-4EA8-A2C2-94E7C4228297}" type="presParOf" srcId="{36A3D3A9-48B8-45FA-AD6B-05E7F41D6074}" destId="{41B50BF9-98FB-4A4F-B72A-0C588B577536}" srcOrd="2" destOrd="0" presId="urn:microsoft.com/office/officeart/2018/2/layout/IconVerticalSolidList"/>
    <dgm:cxn modelId="{60D591CE-F55E-4A20-8576-49EBB4E95353}" type="presParOf" srcId="{36A3D3A9-48B8-45FA-AD6B-05E7F41D6074}" destId="{E622CCC3-E921-4642-97F9-FEEF53023FF1}" srcOrd="3" destOrd="0" presId="urn:microsoft.com/office/officeart/2018/2/layout/IconVerticalSolidList"/>
    <dgm:cxn modelId="{0764E906-DE2F-4BDB-A774-7B2B94C4B2D2}" type="presParOf" srcId="{C669D7AF-C68D-40D3-8BB6-453A7A28AD16}" destId="{639E8867-6DA1-49FD-BA79-410D1737DF19}" srcOrd="1" destOrd="0" presId="urn:microsoft.com/office/officeart/2018/2/layout/IconVerticalSolidList"/>
    <dgm:cxn modelId="{627A76A9-F116-4ACF-8D84-0BEE6A666247}" type="presParOf" srcId="{C669D7AF-C68D-40D3-8BB6-453A7A28AD16}" destId="{A75AB4A9-5A77-4591-8D74-FC76E4501D80}" srcOrd="2" destOrd="0" presId="urn:microsoft.com/office/officeart/2018/2/layout/IconVerticalSolidList"/>
    <dgm:cxn modelId="{D57BD487-6DA9-4912-A592-A0BC439DBD3B}" type="presParOf" srcId="{A75AB4A9-5A77-4591-8D74-FC76E4501D80}" destId="{8DCAAF74-B2DA-4C01-B56D-E5CC36BBFA8F}" srcOrd="0" destOrd="0" presId="urn:microsoft.com/office/officeart/2018/2/layout/IconVerticalSolidList"/>
    <dgm:cxn modelId="{EBDC6D9F-2929-4CD8-8E7D-F5711B7D77D2}" type="presParOf" srcId="{A75AB4A9-5A77-4591-8D74-FC76E4501D80}" destId="{8E5F0AAA-9357-4384-9AE6-6337F5CCECA8}" srcOrd="1" destOrd="0" presId="urn:microsoft.com/office/officeart/2018/2/layout/IconVerticalSolidList"/>
    <dgm:cxn modelId="{D0B37209-0C85-488E-AD53-5FDA772EBB91}" type="presParOf" srcId="{A75AB4A9-5A77-4591-8D74-FC76E4501D80}" destId="{0708EA71-6638-4BD8-AA34-0E832837807A}" srcOrd="2" destOrd="0" presId="urn:microsoft.com/office/officeart/2018/2/layout/IconVerticalSolidList"/>
    <dgm:cxn modelId="{0B2B32EB-EB43-45A1-8AA9-C8C13FAB464F}" type="presParOf" srcId="{A75AB4A9-5A77-4591-8D74-FC76E4501D80}" destId="{51B18C29-1046-4605-A377-C8F34EDCAFD6}" srcOrd="3" destOrd="0" presId="urn:microsoft.com/office/officeart/2018/2/layout/IconVerticalSolidList"/>
    <dgm:cxn modelId="{70DC427A-2302-4FB4-B1B1-BE5C26783410}" type="presParOf" srcId="{C669D7AF-C68D-40D3-8BB6-453A7A28AD16}" destId="{32651FD5-7E06-4123-8522-F53AC2C135E8}" srcOrd="3" destOrd="0" presId="urn:microsoft.com/office/officeart/2018/2/layout/IconVerticalSolidList"/>
    <dgm:cxn modelId="{E5E74594-1359-41BF-A546-4A9C523AE57E}" type="presParOf" srcId="{C669D7AF-C68D-40D3-8BB6-453A7A28AD16}" destId="{6F017DE7-FC32-42AD-848A-AA71BACC3269}" srcOrd="4" destOrd="0" presId="urn:microsoft.com/office/officeart/2018/2/layout/IconVerticalSolidList"/>
    <dgm:cxn modelId="{FD6FCE48-8D6D-448A-A10F-281B5065D3EC}" type="presParOf" srcId="{6F017DE7-FC32-42AD-848A-AA71BACC3269}" destId="{196BC5B5-9F18-47CB-AC37-6FADCC90AC3C}" srcOrd="0" destOrd="0" presId="urn:microsoft.com/office/officeart/2018/2/layout/IconVerticalSolidList"/>
    <dgm:cxn modelId="{76024566-399D-42FE-902C-C6061E2CA698}" type="presParOf" srcId="{6F017DE7-FC32-42AD-848A-AA71BACC3269}" destId="{64493355-6ED1-47DE-BF93-5AEA4F35EA52}" srcOrd="1" destOrd="0" presId="urn:microsoft.com/office/officeart/2018/2/layout/IconVerticalSolidList"/>
    <dgm:cxn modelId="{E0409B3E-982B-4582-983D-2EA5E8B138F0}" type="presParOf" srcId="{6F017DE7-FC32-42AD-848A-AA71BACC3269}" destId="{95FCD4D9-55D8-41FC-BA0E-87A62484EA6B}" srcOrd="2" destOrd="0" presId="urn:microsoft.com/office/officeart/2018/2/layout/IconVerticalSolidList"/>
    <dgm:cxn modelId="{559B7A92-A8EC-444E-B966-2C453F6677D6}" type="presParOf" srcId="{6F017DE7-FC32-42AD-848A-AA71BACC3269}" destId="{98A535A2-891A-42C7-8D67-B7C04C99B337}" srcOrd="3" destOrd="0" presId="urn:microsoft.com/office/officeart/2018/2/layout/IconVerticalSolidList"/>
    <dgm:cxn modelId="{A2704E86-3E47-43BC-9FCD-201ABAC2CFA7}" type="presParOf" srcId="{C669D7AF-C68D-40D3-8BB6-453A7A28AD16}" destId="{9C96EBF8-82CC-487A-88D2-7ABDC8D34267}" srcOrd="5" destOrd="0" presId="urn:microsoft.com/office/officeart/2018/2/layout/IconVerticalSolidList"/>
    <dgm:cxn modelId="{102D8C45-0F57-423A-A3F5-5E7093E2F4F8}" type="presParOf" srcId="{C669D7AF-C68D-40D3-8BB6-453A7A28AD16}" destId="{F1B8ABEE-1476-4F76-BC9E-847D6C1981C7}" srcOrd="6" destOrd="0" presId="urn:microsoft.com/office/officeart/2018/2/layout/IconVerticalSolidList"/>
    <dgm:cxn modelId="{9403D333-A370-47E9-98C2-2B04EA364F33}" type="presParOf" srcId="{F1B8ABEE-1476-4F76-BC9E-847D6C1981C7}" destId="{AAEFDB8E-2DA5-43EF-9B4F-8C5657072693}" srcOrd="0" destOrd="0" presId="urn:microsoft.com/office/officeart/2018/2/layout/IconVerticalSolidList"/>
    <dgm:cxn modelId="{4E16186A-52A8-4F1B-B87B-B39D715E0687}" type="presParOf" srcId="{F1B8ABEE-1476-4F76-BC9E-847D6C1981C7}" destId="{50A82F96-F147-4AA0-9EA7-E0819ECC3F1F}" srcOrd="1" destOrd="0" presId="urn:microsoft.com/office/officeart/2018/2/layout/IconVerticalSolidList"/>
    <dgm:cxn modelId="{96618899-B8D8-479E-B081-9DA673208A10}" type="presParOf" srcId="{F1B8ABEE-1476-4F76-BC9E-847D6C1981C7}" destId="{160C5794-DCF6-48F6-A45F-0271487E2E66}" srcOrd="2" destOrd="0" presId="urn:microsoft.com/office/officeart/2018/2/layout/IconVerticalSolidList"/>
    <dgm:cxn modelId="{48B392DE-4FFC-4A7C-A23A-208974D04B58}" type="presParOf" srcId="{F1B8ABEE-1476-4F76-BC9E-847D6C1981C7}" destId="{BA7C1CA4-5A3D-448D-A911-918225E6D137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0F06C256-0B8C-4F20-A752-AD411FDF2E19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9D7013E1-F7AF-4713-B436-2F811EAE478B}">
      <dgm:prSet/>
      <dgm:spPr/>
      <dgm:t>
        <a:bodyPr/>
        <a:lstStyle/>
        <a:p>
          <a:r>
            <a:rPr lang="en-US"/>
            <a:t>Data becomes disorganized and duplicated.</a:t>
          </a:r>
        </a:p>
      </dgm:t>
    </dgm:pt>
    <dgm:pt modelId="{B02EC93C-9CB3-44C9-B29D-6DC640F9B3C2}" type="parTrans" cxnId="{124656F5-516F-4358-9506-6B74FB9F0157}">
      <dgm:prSet/>
      <dgm:spPr/>
      <dgm:t>
        <a:bodyPr/>
        <a:lstStyle/>
        <a:p>
          <a:endParaRPr lang="en-US"/>
        </a:p>
      </dgm:t>
    </dgm:pt>
    <dgm:pt modelId="{2109FD08-C467-442A-816E-F8B4711AF37D}" type="sibTrans" cxnId="{124656F5-516F-4358-9506-6B74FB9F0157}">
      <dgm:prSet/>
      <dgm:spPr/>
      <dgm:t>
        <a:bodyPr/>
        <a:lstStyle/>
        <a:p>
          <a:endParaRPr lang="en-US"/>
        </a:p>
      </dgm:t>
    </dgm:pt>
    <dgm:pt modelId="{717879C5-BB3E-4CC0-9A4E-C822EB843939}">
      <dgm:prSet/>
      <dgm:spPr/>
      <dgm:t>
        <a:bodyPr/>
        <a:lstStyle/>
        <a:p>
          <a:r>
            <a:rPr lang="en-US"/>
            <a:t>Difficulty in maintaining consistency and data integrity.</a:t>
          </a:r>
        </a:p>
      </dgm:t>
    </dgm:pt>
    <dgm:pt modelId="{D632191F-DF3A-4519-8EF2-FF58A65C1E6B}" type="parTrans" cxnId="{956B5C93-5EEE-42E1-AB38-93DC51609222}">
      <dgm:prSet/>
      <dgm:spPr/>
      <dgm:t>
        <a:bodyPr/>
        <a:lstStyle/>
        <a:p>
          <a:endParaRPr lang="en-US"/>
        </a:p>
      </dgm:t>
    </dgm:pt>
    <dgm:pt modelId="{D799F522-99EE-47DD-B829-730CB4D4712A}" type="sibTrans" cxnId="{956B5C93-5EEE-42E1-AB38-93DC51609222}">
      <dgm:prSet/>
      <dgm:spPr/>
      <dgm:t>
        <a:bodyPr/>
        <a:lstStyle/>
        <a:p>
          <a:endParaRPr lang="en-US"/>
        </a:p>
      </dgm:t>
    </dgm:pt>
    <dgm:pt modelId="{D2EE3573-AB65-414D-851E-137CDCA04BE4}">
      <dgm:prSet/>
      <dgm:spPr/>
      <dgm:t>
        <a:bodyPr/>
        <a:lstStyle/>
        <a:p>
          <a:r>
            <a:rPr lang="en-US"/>
            <a:t>Decision-making slows down.</a:t>
          </a:r>
        </a:p>
      </dgm:t>
    </dgm:pt>
    <dgm:pt modelId="{44510E05-2423-48A1-95F6-1A8763FFCEB2}" type="parTrans" cxnId="{B19F9826-30EA-47EB-B97A-9BC46123EAB6}">
      <dgm:prSet/>
      <dgm:spPr/>
      <dgm:t>
        <a:bodyPr/>
        <a:lstStyle/>
        <a:p>
          <a:endParaRPr lang="en-US"/>
        </a:p>
      </dgm:t>
    </dgm:pt>
    <dgm:pt modelId="{558B8DF1-0C16-42C4-8791-B2C3B2AC87A8}" type="sibTrans" cxnId="{B19F9826-30EA-47EB-B97A-9BC46123EAB6}">
      <dgm:prSet/>
      <dgm:spPr/>
      <dgm:t>
        <a:bodyPr/>
        <a:lstStyle/>
        <a:p>
          <a:endParaRPr lang="en-US"/>
        </a:p>
      </dgm:t>
    </dgm:pt>
    <dgm:pt modelId="{39B2B428-AD27-468E-8CA1-1F901F7225CC}">
      <dgm:prSet/>
      <dgm:spPr/>
      <dgm:t>
        <a:bodyPr/>
        <a:lstStyle/>
        <a:p>
          <a:r>
            <a:rPr lang="en-US"/>
            <a:t>Increased risk of data breaches and operational inefficiency.</a:t>
          </a:r>
        </a:p>
      </dgm:t>
    </dgm:pt>
    <dgm:pt modelId="{06F6C806-4D0B-4F08-B63E-9EB45C3E7447}" type="parTrans" cxnId="{F231FF2F-DC05-4073-90AF-C1C62E457F1E}">
      <dgm:prSet/>
      <dgm:spPr/>
      <dgm:t>
        <a:bodyPr/>
        <a:lstStyle/>
        <a:p>
          <a:endParaRPr lang="en-US"/>
        </a:p>
      </dgm:t>
    </dgm:pt>
    <dgm:pt modelId="{B49897A2-9AC1-4E8F-9C0A-6D0B3A09A8AC}" type="sibTrans" cxnId="{F231FF2F-DC05-4073-90AF-C1C62E457F1E}">
      <dgm:prSet/>
      <dgm:spPr/>
      <dgm:t>
        <a:bodyPr/>
        <a:lstStyle/>
        <a:p>
          <a:endParaRPr lang="en-US"/>
        </a:p>
      </dgm:t>
    </dgm:pt>
    <dgm:pt modelId="{E57AC1D5-B53A-418C-AF46-0CF372B8EBA6}" type="pres">
      <dgm:prSet presAssocID="{0F06C256-0B8C-4F20-A752-AD411FDF2E19}" presName="root" presStyleCnt="0">
        <dgm:presLayoutVars>
          <dgm:dir/>
          <dgm:resizeHandles val="exact"/>
        </dgm:presLayoutVars>
      </dgm:prSet>
      <dgm:spPr/>
    </dgm:pt>
    <dgm:pt modelId="{ECD3DBBC-EA2C-45A7-ABE1-05B429830481}" type="pres">
      <dgm:prSet presAssocID="{9D7013E1-F7AF-4713-B436-2F811EAE478B}" presName="compNode" presStyleCnt="0"/>
      <dgm:spPr/>
    </dgm:pt>
    <dgm:pt modelId="{926000DA-F779-4B21-9923-44B5CE00FE6D}" type="pres">
      <dgm:prSet presAssocID="{9D7013E1-F7AF-4713-B436-2F811EAE478B}" presName="bgRect" presStyleLbl="bgShp" presStyleIdx="0" presStyleCnt="4"/>
      <dgm:spPr/>
    </dgm:pt>
    <dgm:pt modelId="{73FD54A1-7379-43F2-9D23-2C3D926035AC}" type="pres">
      <dgm:prSet presAssocID="{9D7013E1-F7AF-4713-B436-2F811EAE478B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18E3DEFD-3312-4A4B-AE79-AC3826B7D9E5}" type="pres">
      <dgm:prSet presAssocID="{9D7013E1-F7AF-4713-B436-2F811EAE478B}" presName="spaceRect" presStyleCnt="0"/>
      <dgm:spPr/>
    </dgm:pt>
    <dgm:pt modelId="{A162ECB6-7D7F-40DB-B8E4-89F0897870AE}" type="pres">
      <dgm:prSet presAssocID="{9D7013E1-F7AF-4713-B436-2F811EAE478B}" presName="parTx" presStyleLbl="revTx" presStyleIdx="0" presStyleCnt="4">
        <dgm:presLayoutVars>
          <dgm:chMax val="0"/>
          <dgm:chPref val="0"/>
        </dgm:presLayoutVars>
      </dgm:prSet>
      <dgm:spPr/>
    </dgm:pt>
    <dgm:pt modelId="{F47ABA02-24E8-497C-9F99-0BA4C0EF42E0}" type="pres">
      <dgm:prSet presAssocID="{2109FD08-C467-442A-816E-F8B4711AF37D}" presName="sibTrans" presStyleCnt="0"/>
      <dgm:spPr/>
    </dgm:pt>
    <dgm:pt modelId="{1E6AC5F5-AC1B-4829-85AB-21FD28AF48AE}" type="pres">
      <dgm:prSet presAssocID="{717879C5-BB3E-4CC0-9A4E-C822EB843939}" presName="compNode" presStyleCnt="0"/>
      <dgm:spPr/>
    </dgm:pt>
    <dgm:pt modelId="{2EC93C9D-7F50-478F-B48D-6899E287BFE4}" type="pres">
      <dgm:prSet presAssocID="{717879C5-BB3E-4CC0-9A4E-C822EB843939}" presName="bgRect" presStyleLbl="bgShp" presStyleIdx="1" presStyleCnt="4"/>
      <dgm:spPr/>
    </dgm:pt>
    <dgm:pt modelId="{02237A7D-E339-45D8-BF4C-7AEDCFF5D93B}" type="pres">
      <dgm:prSet presAssocID="{717879C5-BB3E-4CC0-9A4E-C822EB843939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ock"/>
        </a:ext>
      </dgm:extLst>
    </dgm:pt>
    <dgm:pt modelId="{20DF00B9-4ECA-4B9A-94D8-AA323F0B4692}" type="pres">
      <dgm:prSet presAssocID="{717879C5-BB3E-4CC0-9A4E-C822EB843939}" presName="spaceRect" presStyleCnt="0"/>
      <dgm:spPr/>
    </dgm:pt>
    <dgm:pt modelId="{14CA9EB4-CB67-4F8D-92DB-90254F59CBA6}" type="pres">
      <dgm:prSet presAssocID="{717879C5-BB3E-4CC0-9A4E-C822EB843939}" presName="parTx" presStyleLbl="revTx" presStyleIdx="1" presStyleCnt="4">
        <dgm:presLayoutVars>
          <dgm:chMax val="0"/>
          <dgm:chPref val="0"/>
        </dgm:presLayoutVars>
      </dgm:prSet>
      <dgm:spPr/>
    </dgm:pt>
    <dgm:pt modelId="{D846CF7B-CB5C-4944-A28A-4A24ABE7F0D9}" type="pres">
      <dgm:prSet presAssocID="{D799F522-99EE-47DD-B829-730CB4D4712A}" presName="sibTrans" presStyleCnt="0"/>
      <dgm:spPr/>
    </dgm:pt>
    <dgm:pt modelId="{9BE3F2F2-379C-485A-B4A2-AA212F949000}" type="pres">
      <dgm:prSet presAssocID="{D2EE3573-AB65-414D-851E-137CDCA04BE4}" presName="compNode" presStyleCnt="0"/>
      <dgm:spPr/>
    </dgm:pt>
    <dgm:pt modelId="{C51EA30C-7BDA-4EF3-87E9-A0E0983B9977}" type="pres">
      <dgm:prSet presAssocID="{D2EE3573-AB65-414D-851E-137CDCA04BE4}" presName="bgRect" presStyleLbl="bgShp" presStyleIdx="2" presStyleCnt="4"/>
      <dgm:spPr/>
    </dgm:pt>
    <dgm:pt modelId="{4DB6B94A-CCE4-423D-A08C-50C54E70C1EC}" type="pres">
      <dgm:prSet presAssocID="{D2EE3573-AB65-414D-851E-137CDCA04BE4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urtle"/>
        </a:ext>
      </dgm:extLst>
    </dgm:pt>
    <dgm:pt modelId="{21D5322E-4841-4B0D-9D04-BF786A472CDC}" type="pres">
      <dgm:prSet presAssocID="{D2EE3573-AB65-414D-851E-137CDCA04BE4}" presName="spaceRect" presStyleCnt="0"/>
      <dgm:spPr/>
    </dgm:pt>
    <dgm:pt modelId="{4F96A14A-6D11-4204-BDCC-235D5DEC1030}" type="pres">
      <dgm:prSet presAssocID="{D2EE3573-AB65-414D-851E-137CDCA04BE4}" presName="parTx" presStyleLbl="revTx" presStyleIdx="2" presStyleCnt="4">
        <dgm:presLayoutVars>
          <dgm:chMax val="0"/>
          <dgm:chPref val="0"/>
        </dgm:presLayoutVars>
      </dgm:prSet>
      <dgm:spPr/>
    </dgm:pt>
    <dgm:pt modelId="{4A9961FC-3B7F-4EE4-9978-1B557B8613BA}" type="pres">
      <dgm:prSet presAssocID="{558B8DF1-0C16-42C4-8791-B2C3B2AC87A8}" presName="sibTrans" presStyleCnt="0"/>
      <dgm:spPr/>
    </dgm:pt>
    <dgm:pt modelId="{4DED4FB9-734A-461D-A583-314F94526C61}" type="pres">
      <dgm:prSet presAssocID="{39B2B428-AD27-468E-8CA1-1F901F7225CC}" presName="compNode" presStyleCnt="0"/>
      <dgm:spPr/>
    </dgm:pt>
    <dgm:pt modelId="{4B7407AF-9B1F-41E4-A0A0-FC5F7453A6E6}" type="pres">
      <dgm:prSet presAssocID="{39B2B428-AD27-468E-8CA1-1F901F7225CC}" presName="bgRect" presStyleLbl="bgShp" presStyleIdx="3" presStyleCnt="4"/>
      <dgm:spPr/>
    </dgm:pt>
    <dgm:pt modelId="{A569239A-5E30-4E74-9020-9DBCDF84F38D}" type="pres">
      <dgm:prSet presAssocID="{39B2B428-AD27-468E-8CA1-1F901F7225CC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nlock"/>
        </a:ext>
      </dgm:extLst>
    </dgm:pt>
    <dgm:pt modelId="{5803BACB-BC60-46C8-9875-8EF53F7D08FF}" type="pres">
      <dgm:prSet presAssocID="{39B2B428-AD27-468E-8CA1-1F901F7225CC}" presName="spaceRect" presStyleCnt="0"/>
      <dgm:spPr/>
    </dgm:pt>
    <dgm:pt modelId="{80077C79-CAC8-447C-BDEA-337703FE4E07}" type="pres">
      <dgm:prSet presAssocID="{39B2B428-AD27-468E-8CA1-1F901F7225CC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229D2705-6F44-45FB-A8F4-7172C6987AC4}" type="presOf" srcId="{9D7013E1-F7AF-4713-B436-2F811EAE478B}" destId="{A162ECB6-7D7F-40DB-B8E4-89F0897870AE}" srcOrd="0" destOrd="0" presId="urn:microsoft.com/office/officeart/2018/2/layout/IconVerticalSolidList"/>
    <dgm:cxn modelId="{33FFBC07-9373-4685-B98E-D79A8468EDB7}" type="presOf" srcId="{717879C5-BB3E-4CC0-9A4E-C822EB843939}" destId="{14CA9EB4-CB67-4F8D-92DB-90254F59CBA6}" srcOrd="0" destOrd="0" presId="urn:microsoft.com/office/officeart/2018/2/layout/IconVerticalSolidList"/>
    <dgm:cxn modelId="{B19F9826-30EA-47EB-B97A-9BC46123EAB6}" srcId="{0F06C256-0B8C-4F20-A752-AD411FDF2E19}" destId="{D2EE3573-AB65-414D-851E-137CDCA04BE4}" srcOrd="2" destOrd="0" parTransId="{44510E05-2423-48A1-95F6-1A8763FFCEB2}" sibTransId="{558B8DF1-0C16-42C4-8791-B2C3B2AC87A8}"/>
    <dgm:cxn modelId="{F231FF2F-DC05-4073-90AF-C1C62E457F1E}" srcId="{0F06C256-0B8C-4F20-A752-AD411FDF2E19}" destId="{39B2B428-AD27-468E-8CA1-1F901F7225CC}" srcOrd="3" destOrd="0" parTransId="{06F6C806-4D0B-4F08-B63E-9EB45C3E7447}" sibTransId="{B49897A2-9AC1-4E8F-9C0A-6D0B3A09A8AC}"/>
    <dgm:cxn modelId="{B9F0DF53-2E76-4DDF-BD7C-8D6B7F2971D5}" type="presOf" srcId="{39B2B428-AD27-468E-8CA1-1F901F7225CC}" destId="{80077C79-CAC8-447C-BDEA-337703FE4E07}" srcOrd="0" destOrd="0" presId="urn:microsoft.com/office/officeart/2018/2/layout/IconVerticalSolidList"/>
    <dgm:cxn modelId="{CCFFFE77-AD38-4352-B413-EE2845345C52}" type="presOf" srcId="{D2EE3573-AB65-414D-851E-137CDCA04BE4}" destId="{4F96A14A-6D11-4204-BDCC-235D5DEC1030}" srcOrd="0" destOrd="0" presId="urn:microsoft.com/office/officeart/2018/2/layout/IconVerticalSolidList"/>
    <dgm:cxn modelId="{8F10B65A-FCD5-4062-A06A-E2F28A9CB9FE}" type="presOf" srcId="{0F06C256-0B8C-4F20-A752-AD411FDF2E19}" destId="{E57AC1D5-B53A-418C-AF46-0CF372B8EBA6}" srcOrd="0" destOrd="0" presId="urn:microsoft.com/office/officeart/2018/2/layout/IconVerticalSolidList"/>
    <dgm:cxn modelId="{956B5C93-5EEE-42E1-AB38-93DC51609222}" srcId="{0F06C256-0B8C-4F20-A752-AD411FDF2E19}" destId="{717879C5-BB3E-4CC0-9A4E-C822EB843939}" srcOrd="1" destOrd="0" parTransId="{D632191F-DF3A-4519-8EF2-FF58A65C1E6B}" sibTransId="{D799F522-99EE-47DD-B829-730CB4D4712A}"/>
    <dgm:cxn modelId="{124656F5-516F-4358-9506-6B74FB9F0157}" srcId="{0F06C256-0B8C-4F20-A752-AD411FDF2E19}" destId="{9D7013E1-F7AF-4713-B436-2F811EAE478B}" srcOrd="0" destOrd="0" parTransId="{B02EC93C-9CB3-44C9-B29D-6DC640F9B3C2}" sibTransId="{2109FD08-C467-442A-816E-F8B4711AF37D}"/>
    <dgm:cxn modelId="{3EFFC171-FF97-4C49-931D-C0A3EA3D47C6}" type="presParOf" srcId="{E57AC1D5-B53A-418C-AF46-0CF372B8EBA6}" destId="{ECD3DBBC-EA2C-45A7-ABE1-05B429830481}" srcOrd="0" destOrd="0" presId="urn:microsoft.com/office/officeart/2018/2/layout/IconVerticalSolidList"/>
    <dgm:cxn modelId="{8164D86D-273A-4908-9031-B28E816AEAE6}" type="presParOf" srcId="{ECD3DBBC-EA2C-45A7-ABE1-05B429830481}" destId="{926000DA-F779-4B21-9923-44B5CE00FE6D}" srcOrd="0" destOrd="0" presId="urn:microsoft.com/office/officeart/2018/2/layout/IconVerticalSolidList"/>
    <dgm:cxn modelId="{AF90FB1B-D86A-4A8E-878A-8A3DD5913C1D}" type="presParOf" srcId="{ECD3DBBC-EA2C-45A7-ABE1-05B429830481}" destId="{73FD54A1-7379-43F2-9D23-2C3D926035AC}" srcOrd="1" destOrd="0" presId="urn:microsoft.com/office/officeart/2018/2/layout/IconVerticalSolidList"/>
    <dgm:cxn modelId="{231A34B6-229D-46E5-B25A-D5F93F94582A}" type="presParOf" srcId="{ECD3DBBC-EA2C-45A7-ABE1-05B429830481}" destId="{18E3DEFD-3312-4A4B-AE79-AC3826B7D9E5}" srcOrd="2" destOrd="0" presId="urn:microsoft.com/office/officeart/2018/2/layout/IconVerticalSolidList"/>
    <dgm:cxn modelId="{AA6F1657-CDA8-4A9F-AB56-965B37649850}" type="presParOf" srcId="{ECD3DBBC-EA2C-45A7-ABE1-05B429830481}" destId="{A162ECB6-7D7F-40DB-B8E4-89F0897870AE}" srcOrd="3" destOrd="0" presId="urn:microsoft.com/office/officeart/2018/2/layout/IconVerticalSolidList"/>
    <dgm:cxn modelId="{C91A1EB4-4E9E-4B73-9AAA-94D0CEC17475}" type="presParOf" srcId="{E57AC1D5-B53A-418C-AF46-0CF372B8EBA6}" destId="{F47ABA02-24E8-497C-9F99-0BA4C0EF42E0}" srcOrd="1" destOrd="0" presId="urn:microsoft.com/office/officeart/2018/2/layout/IconVerticalSolidList"/>
    <dgm:cxn modelId="{C4EEA3DB-FE3B-4ABE-94FB-4ED4FA6BE119}" type="presParOf" srcId="{E57AC1D5-B53A-418C-AF46-0CF372B8EBA6}" destId="{1E6AC5F5-AC1B-4829-85AB-21FD28AF48AE}" srcOrd="2" destOrd="0" presId="urn:microsoft.com/office/officeart/2018/2/layout/IconVerticalSolidList"/>
    <dgm:cxn modelId="{5696F7E9-2793-4996-AB03-D936469C922D}" type="presParOf" srcId="{1E6AC5F5-AC1B-4829-85AB-21FD28AF48AE}" destId="{2EC93C9D-7F50-478F-B48D-6899E287BFE4}" srcOrd="0" destOrd="0" presId="urn:microsoft.com/office/officeart/2018/2/layout/IconVerticalSolidList"/>
    <dgm:cxn modelId="{81524723-BEE0-415F-8991-718C03451CE1}" type="presParOf" srcId="{1E6AC5F5-AC1B-4829-85AB-21FD28AF48AE}" destId="{02237A7D-E339-45D8-BF4C-7AEDCFF5D93B}" srcOrd="1" destOrd="0" presId="urn:microsoft.com/office/officeart/2018/2/layout/IconVerticalSolidList"/>
    <dgm:cxn modelId="{9A84835F-8C7A-4FD0-8ABB-501BAE4B8229}" type="presParOf" srcId="{1E6AC5F5-AC1B-4829-85AB-21FD28AF48AE}" destId="{20DF00B9-4ECA-4B9A-94D8-AA323F0B4692}" srcOrd="2" destOrd="0" presId="urn:microsoft.com/office/officeart/2018/2/layout/IconVerticalSolidList"/>
    <dgm:cxn modelId="{831E2EFC-C8C5-4F2A-9247-7990FDAA3F0E}" type="presParOf" srcId="{1E6AC5F5-AC1B-4829-85AB-21FD28AF48AE}" destId="{14CA9EB4-CB67-4F8D-92DB-90254F59CBA6}" srcOrd="3" destOrd="0" presId="urn:microsoft.com/office/officeart/2018/2/layout/IconVerticalSolidList"/>
    <dgm:cxn modelId="{306C53BF-141F-4382-8564-7694E28C9F0E}" type="presParOf" srcId="{E57AC1D5-B53A-418C-AF46-0CF372B8EBA6}" destId="{D846CF7B-CB5C-4944-A28A-4A24ABE7F0D9}" srcOrd="3" destOrd="0" presId="urn:microsoft.com/office/officeart/2018/2/layout/IconVerticalSolidList"/>
    <dgm:cxn modelId="{CE745BC5-B9AD-4F22-AF6B-EC35CDCF233D}" type="presParOf" srcId="{E57AC1D5-B53A-418C-AF46-0CF372B8EBA6}" destId="{9BE3F2F2-379C-485A-B4A2-AA212F949000}" srcOrd="4" destOrd="0" presId="urn:microsoft.com/office/officeart/2018/2/layout/IconVerticalSolidList"/>
    <dgm:cxn modelId="{F9E0A52D-8B3F-4DEE-9A1C-9B6639294549}" type="presParOf" srcId="{9BE3F2F2-379C-485A-B4A2-AA212F949000}" destId="{C51EA30C-7BDA-4EF3-87E9-A0E0983B9977}" srcOrd="0" destOrd="0" presId="urn:microsoft.com/office/officeart/2018/2/layout/IconVerticalSolidList"/>
    <dgm:cxn modelId="{D4AE6F42-60C3-4A5F-AEC9-CA6EB0A1BED3}" type="presParOf" srcId="{9BE3F2F2-379C-485A-B4A2-AA212F949000}" destId="{4DB6B94A-CCE4-423D-A08C-50C54E70C1EC}" srcOrd="1" destOrd="0" presId="urn:microsoft.com/office/officeart/2018/2/layout/IconVerticalSolidList"/>
    <dgm:cxn modelId="{52C73538-D3BE-4FAE-B272-8EB31827D051}" type="presParOf" srcId="{9BE3F2F2-379C-485A-B4A2-AA212F949000}" destId="{21D5322E-4841-4B0D-9D04-BF786A472CDC}" srcOrd="2" destOrd="0" presId="urn:microsoft.com/office/officeart/2018/2/layout/IconVerticalSolidList"/>
    <dgm:cxn modelId="{EC7AC5F9-F07E-46DE-AF17-1E41D9FB2196}" type="presParOf" srcId="{9BE3F2F2-379C-485A-B4A2-AA212F949000}" destId="{4F96A14A-6D11-4204-BDCC-235D5DEC1030}" srcOrd="3" destOrd="0" presId="urn:microsoft.com/office/officeart/2018/2/layout/IconVerticalSolidList"/>
    <dgm:cxn modelId="{13E2A758-C0B1-4A14-AF78-1D7514E7AABD}" type="presParOf" srcId="{E57AC1D5-B53A-418C-AF46-0CF372B8EBA6}" destId="{4A9961FC-3B7F-4EE4-9978-1B557B8613BA}" srcOrd="5" destOrd="0" presId="urn:microsoft.com/office/officeart/2018/2/layout/IconVerticalSolidList"/>
    <dgm:cxn modelId="{5BFB7D7C-2DFC-4401-ACC2-F92FA29C1964}" type="presParOf" srcId="{E57AC1D5-B53A-418C-AF46-0CF372B8EBA6}" destId="{4DED4FB9-734A-461D-A583-314F94526C61}" srcOrd="6" destOrd="0" presId="urn:microsoft.com/office/officeart/2018/2/layout/IconVerticalSolidList"/>
    <dgm:cxn modelId="{F1DD3232-5997-47C4-8B65-54AD19759754}" type="presParOf" srcId="{4DED4FB9-734A-461D-A583-314F94526C61}" destId="{4B7407AF-9B1F-41E4-A0A0-FC5F7453A6E6}" srcOrd="0" destOrd="0" presId="urn:microsoft.com/office/officeart/2018/2/layout/IconVerticalSolidList"/>
    <dgm:cxn modelId="{D3B49DD3-AA49-4720-B086-641C01EC6185}" type="presParOf" srcId="{4DED4FB9-734A-461D-A583-314F94526C61}" destId="{A569239A-5E30-4E74-9020-9DBCDF84F38D}" srcOrd="1" destOrd="0" presId="urn:microsoft.com/office/officeart/2018/2/layout/IconVerticalSolidList"/>
    <dgm:cxn modelId="{219231F5-28D1-4BE5-A174-A8072E6E1D35}" type="presParOf" srcId="{4DED4FB9-734A-461D-A583-314F94526C61}" destId="{5803BACB-BC60-46C8-9875-8EF53F7D08FF}" srcOrd="2" destOrd="0" presId="urn:microsoft.com/office/officeart/2018/2/layout/IconVerticalSolidList"/>
    <dgm:cxn modelId="{7116D84B-1876-4FE9-8271-9FFEFD691CCF}" type="presParOf" srcId="{4DED4FB9-734A-461D-A583-314F94526C61}" destId="{80077C79-CAC8-447C-BDEA-337703FE4E07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8CF7BF46-9D96-48E6-81E9-090C1940F074}" type="doc">
      <dgm:prSet loTypeId="urn:microsoft.com/office/officeart/2005/8/layout/vList2" loCatId="list" qsTypeId="urn:microsoft.com/office/officeart/2005/8/quickstyle/simple4" qsCatId="simple" csTypeId="urn:microsoft.com/office/officeart/2005/8/colors/accent2_2" csCatId="accent2"/>
      <dgm:spPr/>
      <dgm:t>
        <a:bodyPr/>
        <a:lstStyle/>
        <a:p>
          <a:endParaRPr lang="en-US"/>
        </a:p>
      </dgm:t>
    </dgm:pt>
    <dgm:pt modelId="{1D6B916A-F4E7-4DBC-935D-900A8A0E8E2E}">
      <dgm:prSet/>
      <dgm:spPr/>
      <dgm:t>
        <a:bodyPr/>
        <a:lstStyle/>
        <a:p>
          <a:r>
            <a:rPr lang="en-US"/>
            <a:t>Achieved through Active Directory (AD) or LDAP.</a:t>
          </a:r>
        </a:p>
      </dgm:t>
    </dgm:pt>
    <dgm:pt modelId="{40BE8367-3113-4F5D-819F-DEDF041D840F}" type="parTrans" cxnId="{E0D71844-707C-446B-AF1C-F81A9716AED1}">
      <dgm:prSet/>
      <dgm:spPr/>
      <dgm:t>
        <a:bodyPr/>
        <a:lstStyle/>
        <a:p>
          <a:endParaRPr lang="en-US"/>
        </a:p>
      </dgm:t>
    </dgm:pt>
    <dgm:pt modelId="{4FAEFD0F-0458-4D9B-9CE4-481945395A64}" type="sibTrans" cxnId="{E0D71844-707C-446B-AF1C-F81A9716AED1}">
      <dgm:prSet/>
      <dgm:spPr/>
      <dgm:t>
        <a:bodyPr/>
        <a:lstStyle/>
        <a:p>
          <a:endParaRPr lang="en-US"/>
        </a:p>
      </dgm:t>
    </dgm:pt>
    <dgm:pt modelId="{36605B70-E7E2-4A25-831E-31DB3DB6AE44}">
      <dgm:prSet/>
      <dgm:spPr/>
      <dgm:t>
        <a:bodyPr/>
        <a:lstStyle/>
        <a:p>
          <a:r>
            <a:rPr lang="en-US"/>
            <a:t>Single Sign-On (SSO) allows one login for multiple systems.</a:t>
          </a:r>
        </a:p>
      </dgm:t>
    </dgm:pt>
    <dgm:pt modelId="{1057F243-99F1-423E-A2E0-9546ADEBA2A3}" type="parTrans" cxnId="{2C728F6A-DCC5-40BE-81EE-02CC3953C811}">
      <dgm:prSet/>
      <dgm:spPr/>
      <dgm:t>
        <a:bodyPr/>
        <a:lstStyle/>
        <a:p>
          <a:endParaRPr lang="en-US"/>
        </a:p>
      </dgm:t>
    </dgm:pt>
    <dgm:pt modelId="{261FF5A9-E551-486B-B01F-EF9D91B9E357}" type="sibTrans" cxnId="{2C728F6A-DCC5-40BE-81EE-02CC3953C811}">
      <dgm:prSet/>
      <dgm:spPr/>
      <dgm:t>
        <a:bodyPr/>
        <a:lstStyle/>
        <a:p>
          <a:endParaRPr lang="en-US"/>
        </a:p>
      </dgm:t>
    </dgm:pt>
    <dgm:pt modelId="{1624D805-81F1-45D7-8912-1F810C94ABA5}">
      <dgm:prSet/>
      <dgm:spPr/>
      <dgm:t>
        <a:bodyPr/>
        <a:lstStyle/>
        <a:p>
          <a:r>
            <a:rPr lang="en-US"/>
            <a:t>Multi-Factor Authentication (MFA) enhances security.</a:t>
          </a:r>
        </a:p>
      </dgm:t>
    </dgm:pt>
    <dgm:pt modelId="{C55C0567-91D1-4C78-B1DF-5C636E21E019}" type="parTrans" cxnId="{7FC15E71-98F8-44FC-BE38-99AF17D8AB2E}">
      <dgm:prSet/>
      <dgm:spPr/>
      <dgm:t>
        <a:bodyPr/>
        <a:lstStyle/>
        <a:p>
          <a:endParaRPr lang="en-US"/>
        </a:p>
      </dgm:t>
    </dgm:pt>
    <dgm:pt modelId="{EF18C55C-6295-43BA-8DDE-A660F966C1BA}" type="sibTrans" cxnId="{7FC15E71-98F8-44FC-BE38-99AF17D8AB2E}">
      <dgm:prSet/>
      <dgm:spPr/>
      <dgm:t>
        <a:bodyPr/>
        <a:lstStyle/>
        <a:p>
          <a:endParaRPr lang="en-US"/>
        </a:p>
      </dgm:t>
    </dgm:pt>
    <dgm:pt modelId="{7B0C1841-7846-4F39-B9DB-3ABED117DE6A}">
      <dgm:prSet/>
      <dgm:spPr/>
      <dgm:t>
        <a:bodyPr/>
        <a:lstStyle/>
        <a:p>
          <a:r>
            <a:rPr lang="en-US"/>
            <a:t>Role-Based Access Control (RBAC) ensures only authorized access.</a:t>
          </a:r>
        </a:p>
      </dgm:t>
    </dgm:pt>
    <dgm:pt modelId="{4F4A2E43-0741-40AD-9048-D13CD195A9A6}" type="parTrans" cxnId="{BF06B456-69F3-4A4B-B5F5-D32548F4640C}">
      <dgm:prSet/>
      <dgm:spPr/>
      <dgm:t>
        <a:bodyPr/>
        <a:lstStyle/>
        <a:p>
          <a:endParaRPr lang="en-US"/>
        </a:p>
      </dgm:t>
    </dgm:pt>
    <dgm:pt modelId="{7CB9C143-E545-44A3-AEA7-E22B3D79394C}" type="sibTrans" cxnId="{BF06B456-69F3-4A4B-B5F5-D32548F4640C}">
      <dgm:prSet/>
      <dgm:spPr/>
      <dgm:t>
        <a:bodyPr/>
        <a:lstStyle/>
        <a:p>
          <a:endParaRPr lang="en-US"/>
        </a:p>
      </dgm:t>
    </dgm:pt>
    <dgm:pt modelId="{A991AC9C-EB15-422B-A597-690EEA5817F4}" type="pres">
      <dgm:prSet presAssocID="{8CF7BF46-9D96-48E6-81E9-090C1940F074}" presName="linear" presStyleCnt="0">
        <dgm:presLayoutVars>
          <dgm:animLvl val="lvl"/>
          <dgm:resizeHandles val="exact"/>
        </dgm:presLayoutVars>
      </dgm:prSet>
      <dgm:spPr/>
    </dgm:pt>
    <dgm:pt modelId="{6BA7C82B-0B88-4EED-9CBE-FD3843FD8514}" type="pres">
      <dgm:prSet presAssocID="{1D6B916A-F4E7-4DBC-935D-900A8A0E8E2E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3563476A-0B99-4337-9A71-9A2D909E7E54}" type="pres">
      <dgm:prSet presAssocID="{4FAEFD0F-0458-4D9B-9CE4-481945395A64}" presName="spacer" presStyleCnt="0"/>
      <dgm:spPr/>
    </dgm:pt>
    <dgm:pt modelId="{9FF2BDD5-69E3-4B48-BF4A-68AD831BE13A}" type="pres">
      <dgm:prSet presAssocID="{36605B70-E7E2-4A25-831E-31DB3DB6AE44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CC6155D1-5503-4A04-BD8B-7FBF10188D12}" type="pres">
      <dgm:prSet presAssocID="{261FF5A9-E551-486B-B01F-EF9D91B9E357}" presName="spacer" presStyleCnt="0"/>
      <dgm:spPr/>
    </dgm:pt>
    <dgm:pt modelId="{491CC60E-3E45-4B30-9EEC-68E64B6BF0E4}" type="pres">
      <dgm:prSet presAssocID="{1624D805-81F1-45D7-8912-1F810C94ABA5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3716E10D-4AF0-48DE-AF4A-65D7A37F9707}" type="pres">
      <dgm:prSet presAssocID="{EF18C55C-6295-43BA-8DDE-A660F966C1BA}" presName="spacer" presStyleCnt="0"/>
      <dgm:spPr/>
    </dgm:pt>
    <dgm:pt modelId="{6068A5BA-A7CD-4E22-B11F-00EF87D03F2B}" type="pres">
      <dgm:prSet presAssocID="{7B0C1841-7846-4F39-B9DB-3ABED117DE6A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5228FF11-BD24-4B3D-AE78-91EB646FDF83}" type="presOf" srcId="{36605B70-E7E2-4A25-831E-31DB3DB6AE44}" destId="{9FF2BDD5-69E3-4B48-BF4A-68AD831BE13A}" srcOrd="0" destOrd="0" presId="urn:microsoft.com/office/officeart/2005/8/layout/vList2"/>
    <dgm:cxn modelId="{E0D71844-707C-446B-AF1C-F81A9716AED1}" srcId="{8CF7BF46-9D96-48E6-81E9-090C1940F074}" destId="{1D6B916A-F4E7-4DBC-935D-900A8A0E8E2E}" srcOrd="0" destOrd="0" parTransId="{40BE8367-3113-4F5D-819F-DEDF041D840F}" sibTransId="{4FAEFD0F-0458-4D9B-9CE4-481945395A64}"/>
    <dgm:cxn modelId="{2C728F6A-DCC5-40BE-81EE-02CC3953C811}" srcId="{8CF7BF46-9D96-48E6-81E9-090C1940F074}" destId="{36605B70-E7E2-4A25-831E-31DB3DB6AE44}" srcOrd="1" destOrd="0" parTransId="{1057F243-99F1-423E-A2E0-9546ADEBA2A3}" sibTransId="{261FF5A9-E551-486B-B01F-EF9D91B9E357}"/>
    <dgm:cxn modelId="{7FC15E71-98F8-44FC-BE38-99AF17D8AB2E}" srcId="{8CF7BF46-9D96-48E6-81E9-090C1940F074}" destId="{1624D805-81F1-45D7-8912-1F810C94ABA5}" srcOrd="2" destOrd="0" parTransId="{C55C0567-91D1-4C78-B1DF-5C636E21E019}" sibTransId="{EF18C55C-6295-43BA-8DDE-A660F966C1BA}"/>
    <dgm:cxn modelId="{BF06B456-69F3-4A4B-B5F5-D32548F4640C}" srcId="{8CF7BF46-9D96-48E6-81E9-090C1940F074}" destId="{7B0C1841-7846-4F39-B9DB-3ABED117DE6A}" srcOrd="3" destOrd="0" parTransId="{4F4A2E43-0741-40AD-9048-D13CD195A9A6}" sibTransId="{7CB9C143-E545-44A3-AEA7-E22B3D79394C}"/>
    <dgm:cxn modelId="{B5EE9D7C-CD3B-476E-8047-C5527A488D2E}" type="presOf" srcId="{7B0C1841-7846-4F39-B9DB-3ABED117DE6A}" destId="{6068A5BA-A7CD-4E22-B11F-00EF87D03F2B}" srcOrd="0" destOrd="0" presId="urn:microsoft.com/office/officeart/2005/8/layout/vList2"/>
    <dgm:cxn modelId="{84343ED7-4A33-40F8-904A-25AA549F4872}" type="presOf" srcId="{1624D805-81F1-45D7-8912-1F810C94ABA5}" destId="{491CC60E-3E45-4B30-9EEC-68E64B6BF0E4}" srcOrd="0" destOrd="0" presId="urn:microsoft.com/office/officeart/2005/8/layout/vList2"/>
    <dgm:cxn modelId="{294BB6E8-DBD5-451A-87C9-3FECD28F1870}" type="presOf" srcId="{1D6B916A-F4E7-4DBC-935D-900A8A0E8E2E}" destId="{6BA7C82B-0B88-4EED-9CBE-FD3843FD8514}" srcOrd="0" destOrd="0" presId="urn:microsoft.com/office/officeart/2005/8/layout/vList2"/>
    <dgm:cxn modelId="{005E4EF8-1121-4338-A484-4995A5CB0401}" type="presOf" srcId="{8CF7BF46-9D96-48E6-81E9-090C1940F074}" destId="{A991AC9C-EB15-422B-A597-690EEA5817F4}" srcOrd="0" destOrd="0" presId="urn:microsoft.com/office/officeart/2005/8/layout/vList2"/>
    <dgm:cxn modelId="{DCB0CFAC-C6BC-4FE3-8342-D08B71B34B1A}" type="presParOf" srcId="{A991AC9C-EB15-422B-A597-690EEA5817F4}" destId="{6BA7C82B-0B88-4EED-9CBE-FD3843FD8514}" srcOrd="0" destOrd="0" presId="urn:microsoft.com/office/officeart/2005/8/layout/vList2"/>
    <dgm:cxn modelId="{086E40BD-A3F0-440D-B5D6-B4D03C9C8BF3}" type="presParOf" srcId="{A991AC9C-EB15-422B-A597-690EEA5817F4}" destId="{3563476A-0B99-4337-9A71-9A2D909E7E54}" srcOrd="1" destOrd="0" presId="urn:microsoft.com/office/officeart/2005/8/layout/vList2"/>
    <dgm:cxn modelId="{2AD9CB6A-7C67-49D4-9A35-8E2D338CD433}" type="presParOf" srcId="{A991AC9C-EB15-422B-A597-690EEA5817F4}" destId="{9FF2BDD5-69E3-4B48-BF4A-68AD831BE13A}" srcOrd="2" destOrd="0" presId="urn:microsoft.com/office/officeart/2005/8/layout/vList2"/>
    <dgm:cxn modelId="{59FBDA0B-5CFF-4BEF-A923-3C36808BD060}" type="presParOf" srcId="{A991AC9C-EB15-422B-A597-690EEA5817F4}" destId="{CC6155D1-5503-4A04-BD8B-7FBF10188D12}" srcOrd="3" destOrd="0" presId="urn:microsoft.com/office/officeart/2005/8/layout/vList2"/>
    <dgm:cxn modelId="{AF972F94-70DB-4AAE-A2F9-48EC0D494985}" type="presParOf" srcId="{A991AC9C-EB15-422B-A597-690EEA5817F4}" destId="{491CC60E-3E45-4B30-9EEC-68E64B6BF0E4}" srcOrd="4" destOrd="0" presId="urn:microsoft.com/office/officeart/2005/8/layout/vList2"/>
    <dgm:cxn modelId="{DC621A8A-0A18-4EA0-8CED-85867D8408FE}" type="presParOf" srcId="{A991AC9C-EB15-422B-A597-690EEA5817F4}" destId="{3716E10D-4AF0-48DE-AF4A-65D7A37F9707}" srcOrd="5" destOrd="0" presId="urn:microsoft.com/office/officeart/2005/8/layout/vList2"/>
    <dgm:cxn modelId="{B075B1D1-9D74-4FF2-9C1A-A58E563A782B}" type="presParOf" srcId="{A991AC9C-EB15-422B-A597-690EEA5817F4}" destId="{6068A5BA-A7CD-4E22-B11F-00EF87D03F2B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1469D701-F17F-4195-BEA2-09AA6230EECC}" type="doc">
      <dgm:prSet loTypeId="urn:microsoft.com/office/officeart/2005/8/layout/vProcess5" loCatId="process" qsTypeId="urn:microsoft.com/office/officeart/2005/8/quickstyle/simple2" qsCatId="simple" csTypeId="urn:microsoft.com/office/officeart/2005/8/colors/accent2_2" csCatId="accent2"/>
      <dgm:spPr/>
      <dgm:t>
        <a:bodyPr/>
        <a:lstStyle/>
        <a:p>
          <a:endParaRPr lang="en-US"/>
        </a:p>
      </dgm:t>
    </dgm:pt>
    <dgm:pt modelId="{23327224-6480-4AF9-8D4D-0756C4AABBE8}">
      <dgm:prSet/>
      <dgm:spPr/>
      <dgm:t>
        <a:bodyPr/>
        <a:lstStyle/>
        <a:p>
          <a:r>
            <a:rPr lang="en-IN"/>
            <a:t>Hybrid infrastructure = On-premise servers + Cloud resources.</a:t>
          </a:r>
          <a:endParaRPr lang="en-US"/>
        </a:p>
      </dgm:t>
    </dgm:pt>
    <dgm:pt modelId="{64174882-45F3-44B3-8F3D-D89822A9285B}" type="parTrans" cxnId="{22287D5E-8A7A-4E2A-8340-B7350D5B78CB}">
      <dgm:prSet/>
      <dgm:spPr/>
      <dgm:t>
        <a:bodyPr/>
        <a:lstStyle/>
        <a:p>
          <a:endParaRPr lang="en-US"/>
        </a:p>
      </dgm:t>
    </dgm:pt>
    <dgm:pt modelId="{5A57812E-7F1C-4EF8-A374-8515574A9A6E}" type="sibTrans" cxnId="{22287D5E-8A7A-4E2A-8340-B7350D5B78CB}">
      <dgm:prSet/>
      <dgm:spPr/>
      <dgm:t>
        <a:bodyPr/>
        <a:lstStyle/>
        <a:p>
          <a:endParaRPr lang="en-US"/>
        </a:p>
      </dgm:t>
    </dgm:pt>
    <dgm:pt modelId="{ABB95F15-E684-43E5-B3E8-2D8341E5D4C2}">
      <dgm:prSet/>
      <dgm:spPr/>
      <dgm:t>
        <a:bodyPr/>
        <a:lstStyle/>
        <a:p>
          <a:r>
            <a:rPr lang="en-IN"/>
            <a:t>Data sync via APIs, VPNs, and Azure Arc.</a:t>
          </a:r>
          <a:endParaRPr lang="en-US"/>
        </a:p>
      </dgm:t>
    </dgm:pt>
    <dgm:pt modelId="{F450E757-D038-470F-9C2F-72A16C64B206}" type="parTrans" cxnId="{7D93E7D1-12DD-4D62-BE5D-8E422324A333}">
      <dgm:prSet/>
      <dgm:spPr/>
      <dgm:t>
        <a:bodyPr/>
        <a:lstStyle/>
        <a:p>
          <a:endParaRPr lang="en-US"/>
        </a:p>
      </dgm:t>
    </dgm:pt>
    <dgm:pt modelId="{F89F26F8-DAA7-4BA3-A63A-C546D9DEE3C2}" type="sibTrans" cxnId="{7D93E7D1-12DD-4D62-BE5D-8E422324A333}">
      <dgm:prSet/>
      <dgm:spPr/>
      <dgm:t>
        <a:bodyPr/>
        <a:lstStyle/>
        <a:p>
          <a:endParaRPr lang="en-US"/>
        </a:p>
      </dgm:t>
    </dgm:pt>
    <dgm:pt modelId="{8021E074-B390-4882-BC6B-64A7085FACC2}">
      <dgm:prSet/>
      <dgm:spPr/>
      <dgm:t>
        <a:bodyPr/>
        <a:lstStyle/>
        <a:p>
          <a:r>
            <a:rPr lang="en-IN"/>
            <a:t>Benefits: Scalability, backup reliability, cost optimization.</a:t>
          </a:r>
          <a:endParaRPr lang="en-US"/>
        </a:p>
      </dgm:t>
    </dgm:pt>
    <dgm:pt modelId="{4793EF3E-6751-41BB-90DB-B1EBD7259BA5}" type="parTrans" cxnId="{90D9BAAF-730C-4621-A706-4EFCDB41626D}">
      <dgm:prSet/>
      <dgm:spPr/>
      <dgm:t>
        <a:bodyPr/>
        <a:lstStyle/>
        <a:p>
          <a:endParaRPr lang="en-US"/>
        </a:p>
      </dgm:t>
    </dgm:pt>
    <dgm:pt modelId="{2AF12C5E-9892-4891-9615-AB9B316E750E}" type="sibTrans" cxnId="{90D9BAAF-730C-4621-A706-4EFCDB41626D}">
      <dgm:prSet/>
      <dgm:spPr/>
      <dgm:t>
        <a:bodyPr/>
        <a:lstStyle/>
        <a:p>
          <a:endParaRPr lang="en-US"/>
        </a:p>
      </dgm:t>
    </dgm:pt>
    <dgm:pt modelId="{6BDB93B9-E378-4E6B-8D81-865E3CC79E70}">
      <dgm:prSet/>
      <dgm:spPr/>
      <dgm:t>
        <a:bodyPr/>
        <a:lstStyle/>
        <a:p>
          <a:r>
            <a:rPr lang="en-IN"/>
            <a:t>Example: Microsoft 365 hybrid setup with local AD.</a:t>
          </a:r>
          <a:endParaRPr lang="en-US"/>
        </a:p>
      </dgm:t>
    </dgm:pt>
    <dgm:pt modelId="{7EF76B7A-F56D-42F0-A391-59BB8A9AF2B3}" type="parTrans" cxnId="{9BF060D2-D36C-435C-B81F-D882D30E67AD}">
      <dgm:prSet/>
      <dgm:spPr/>
      <dgm:t>
        <a:bodyPr/>
        <a:lstStyle/>
        <a:p>
          <a:endParaRPr lang="en-US"/>
        </a:p>
      </dgm:t>
    </dgm:pt>
    <dgm:pt modelId="{9330BED2-B6C5-45C6-BB0B-DC4B039CCECC}" type="sibTrans" cxnId="{9BF060D2-D36C-435C-B81F-D882D30E67AD}">
      <dgm:prSet/>
      <dgm:spPr/>
      <dgm:t>
        <a:bodyPr/>
        <a:lstStyle/>
        <a:p>
          <a:endParaRPr lang="en-US"/>
        </a:p>
      </dgm:t>
    </dgm:pt>
    <dgm:pt modelId="{6DCA8390-590F-4EAE-B32C-6A0EE8A1DCE9}" type="pres">
      <dgm:prSet presAssocID="{1469D701-F17F-4195-BEA2-09AA6230EECC}" presName="outerComposite" presStyleCnt="0">
        <dgm:presLayoutVars>
          <dgm:chMax val="5"/>
          <dgm:dir/>
          <dgm:resizeHandles val="exact"/>
        </dgm:presLayoutVars>
      </dgm:prSet>
      <dgm:spPr/>
    </dgm:pt>
    <dgm:pt modelId="{159EE612-2072-4A94-A4E4-1D28608E62E5}" type="pres">
      <dgm:prSet presAssocID="{1469D701-F17F-4195-BEA2-09AA6230EECC}" presName="dummyMaxCanvas" presStyleCnt="0">
        <dgm:presLayoutVars/>
      </dgm:prSet>
      <dgm:spPr/>
    </dgm:pt>
    <dgm:pt modelId="{5691AAED-33F8-45A1-B1A1-53E40000BAE9}" type="pres">
      <dgm:prSet presAssocID="{1469D701-F17F-4195-BEA2-09AA6230EECC}" presName="FourNodes_1" presStyleLbl="node1" presStyleIdx="0" presStyleCnt="4">
        <dgm:presLayoutVars>
          <dgm:bulletEnabled val="1"/>
        </dgm:presLayoutVars>
      </dgm:prSet>
      <dgm:spPr/>
    </dgm:pt>
    <dgm:pt modelId="{783CC7F1-E134-4C43-B773-22B682878ADD}" type="pres">
      <dgm:prSet presAssocID="{1469D701-F17F-4195-BEA2-09AA6230EECC}" presName="FourNodes_2" presStyleLbl="node1" presStyleIdx="1" presStyleCnt="4">
        <dgm:presLayoutVars>
          <dgm:bulletEnabled val="1"/>
        </dgm:presLayoutVars>
      </dgm:prSet>
      <dgm:spPr/>
    </dgm:pt>
    <dgm:pt modelId="{F3DD7639-14CA-4CC2-8D5E-400DC48E8D51}" type="pres">
      <dgm:prSet presAssocID="{1469D701-F17F-4195-BEA2-09AA6230EECC}" presName="FourNodes_3" presStyleLbl="node1" presStyleIdx="2" presStyleCnt="4">
        <dgm:presLayoutVars>
          <dgm:bulletEnabled val="1"/>
        </dgm:presLayoutVars>
      </dgm:prSet>
      <dgm:spPr/>
    </dgm:pt>
    <dgm:pt modelId="{D1B85CE8-66BA-4A00-9331-78B732F765F8}" type="pres">
      <dgm:prSet presAssocID="{1469D701-F17F-4195-BEA2-09AA6230EECC}" presName="FourNodes_4" presStyleLbl="node1" presStyleIdx="3" presStyleCnt="4">
        <dgm:presLayoutVars>
          <dgm:bulletEnabled val="1"/>
        </dgm:presLayoutVars>
      </dgm:prSet>
      <dgm:spPr/>
    </dgm:pt>
    <dgm:pt modelId="{96533589-23FF-4EE0-9AAD-E40E6A5D7A6E}" type="pres">
      <dgm:prSet presAssocID="{1469D701-F17F-4195-BEA2-09AA6230EECC}" presName="FourConn_1-2" presStyleLbl="fgAccFollowNode1" presStyleIdx="0" presStyleCnt="3">
        <dgm:presLayoutVars>
          <dgm:bulletEnabled val="1"/>
        </dgm:presLayoutVars>
      </dgm:prSet>
      <dgm:spPr/>
    </dgm:pt>
    <dgm:pt modelId="{ABEFB93F-6BA5-412F-A88E-DBBE80E43299}" type="pres">
      <dgm:prSet presAssocID="{1469D701-F17F-4195-BEA2-09AA6230EECC}" presName="FourConn_2-3" presStyleLbl="fgAccFollowNode1" presStyleIdx="1" presStyleCnt="3">
        <dgm:presLayoutVars>
          <dgm:bulletEnabled val="1"/>
        </dgm:presLayoutVars>
      </dgm:prSet>
      <dgm:spPr/>
    </dgm:pt>
    <dgm:pt modelId="{AB204D7A-A0D6-451B-99FA-7BC51445916B}" type="pres">
      <dgm:prSet presAssocID="{1469D701-F17F-4195-BEA2-09AA6230EECC}" presName="FourConn_3-4" presStyleLbl="fgAccFollowNode1" presStyleIdx="2" presStyleCnt="3">
        <dgm:presLayoutVars>
          <dgm:bulletEnabled val="1"/>
        </dgm:presLayoutVars>
      </dgm:prSet>
      <dgm:spPr/>
    </dgm:pt>
    <dgm:pt modelId="{CA8DB6EA-AE19-4E5E-BDDF-5183B64D2081}" type="pres">
      <dgm:prSet presAssocID="{1469D701-F17F-4195-BEA2-09AA6230EECC}" presName="FourNodes_1_text" presStyleLbl="node1" presStyleIdx="3" presStyleCnt="4">
        <dgm:presLayoutVars>
          <dgm:bulletEnabled val="1"/>
        </dgm:presLayoutVars>
      </dgm:prSet>
      <dgm:spPr/>
    </dgm:pt>
    <dgm:pt modelId="{5E32A959-03D3-46DF-A3B0-C1F518E24132}" type="pres">
      <dgm:prSet presAssocID="{1469D701-F17F-4195-BEA2-09AA6230EECC}" presName="FourNodes_2_text" presStyleLbl="node1" presStyleIdx="3" presStyleCnt="4">
        <dgm:presLayoutVars>
          <dgm:bulletEnabled val="1"/>
        </dgm:presLayoutVars>
      </dgm:prSet>
      <dgm:spPr/>
    </dgm:pt>
    <dgm:pt modelId="{1A90B5F2-74C6-4BE1-92E2-FFF567304AF7}" type="pres">
      <dgm:prSet presAssocID="{1469D701-F17F-4195-BEA2-09AA6230EECC}" presName="FourNodes_3_text" presStyleLbl="node1" presStyleIdx="3" presStyleCnt="4">
        <dgm:presLayoutVars>
          <dgm:bulletEnabled val="1"/>
        </dgm:presLayoutVars>
      </dgm:prSet>
      <dgm:spPr/>
    </dgm:pt>
    <dgm:pt modelId="{348149EA-B932-4F8D-9525-C70D09C40F84}" type="pres">
      <dgm:prSet presAssocID="{1469D701-F17F-4195-BEA2-09AA6230EECC}" presName="FourNodes_4_text" presStyleLbl="node1" presStyleIdx="3" presStyleCnt="4">
        <dgm:presLayoutVars>
          <dgm:bulletEnabled val="1"/>
        </dgm:presLayoutVars>
      </dgm:prSet>
      <dgm:spPr/>
    </dgm:pt>
  </dgm:ptLst>
  <dgm:cxnLst>
    <dgm:cxn modelId="{C8720531-2B84-4D1E-AA56-63165B985248}" type="presOf" srcId="{ABB95F15-E684-43E5-B3E8-2D8341E5D4C2}" destId="{5E32A959-03D3-46DF-A3B0-C1F518E24132}" srcOrd="1" destOrd="0" presId="urn:microsoft.com/office/officeart/2005/8/layout/vProcess5"/>
    <dgm:cxn modelId="{95A7CC31-5045-442E-BD76-4D6F79F72B48}" type="presOf" srcId="{5A57812E-7F1C-4EF8-A374-8515574A9A6E}" destId="{96533589-23FF-4EE0-9AAD-E40E6A5D7A6E}" srcOrd="0" destOrd="0" presId="urn:microsoft.com/office/officeart/2005/8/layout/vProcess5"/>
    <dgm:cxn modelId="{22287D5E-8A7A-4E2A-8340-B7350D5B78CB}" srcId="{1469D701-F17F-4195-BEA2-09AA6230EECC}" destId="{23327224-6480-4AF9-8D4D-0756C4AABBE8}" srcOrd="0" destOrd="0" parTransId="{64174882-45F3-44B3-8F3D-D89822A9285B}" sibTransId="{5A57812E-7F1C-4EF8-A374-8515574A9A6E}"/>
    <dgm:cxn modelId="{6AF38350-11EF-4C4F-91B5-61E0DF272A9E}" type="presOf" srcId="{8021E074-B390-4882-BC6B-64A7085FACC2}" destId="{1A90B5F2-74C6-4BE1-92E2-FFF567304AF7}" srcOrd="1" destOrd="0" presId="urn:microsoft.com/office/officeart/2005/8/layout/vProcess5"/>
    <dgm:cxn modelId="{0BD27352-CF21-4AA1-952E-E66D3DAF1359}" type="presOf" srcId="{F89F26F8-DAA7-4BA3-A63A-C546D9DEE3C2}" destId="{ABEFB93F-6BA5-412F-A88E-DBBE80E43299}" srcOrd="0" destOrd="0" presId="urn:microsoft.com/office/officeart/2005/8/layout/vProcess5"/>
    <dgm:cxn modelId="{E31F2283-3D14-4757-89E1-55C70EB23585}" type="presOf" srcId="{23327224-6480-4AF9-8D4D-0756C4AABBE8}" destId="{CA8DB6EA-AE19-4E5E-BDDF-5183B64D2081}" srcOrd="1" destOrd="0" presId="urn:microsoft.com/office/officeart/2005/8/layout/vProcess5"/>
    <dgm:cxn modelId="{A4A66A9C-F193-40F7-9740-7C49B27BAAFC}" type="presOf" srcId="{6BDB93B9-E378-4E6B-8D81-865E3CC79E70}" destId="{348149EA-B932-4F8D-9525-C70D09C40F84}" srcOrd="1" destOrd="0" presId="urn:microsoft.com/office/officeart/2005/8/layout/vProcess5"/>
    <dgm:cxn modelId="{737AEAA8-AEDD-4CC2-A64F-7168543D3C8C}" type="presOf" srcId="{ABB95F15-E684-43E5-B3E8-2D8341E5D4C2}" destId="{783CC7F1-E134-4C43-B773-22B682878ADD}" srcOrd="0" destOrd="0" presId="urn:microsoft.com/office/officeart/2005/8/layout/vProcess5"/>
    <dgm:cxn modelId="{90D9BAAF-730C-4621-A706-4EFCDB41626D}" srcId="{1469D701-F17F-4195-BEA2-09AA6230EECC}" destId="{8021E074-B390-4882-BC6B-64A7085FACC2}" srcOrd="2" destOrd="0" parTransId="{4793EF3E-6751-41BB-90DB-B1EBD7259BA5}" sibTransId="{2AF12C5E-9892-4891-9615-AB9B316E750E}"/>
    <dgm:cxn modelId="{821F3EC7-CD1C-42A1-9097-0396310EA48D}" type="presOf" srcId="{2AF12C5E-9892-4891-9615-AB9B316E750E}" destId="{AB204D7A-A0D6-451B-99FA-7BC51445916B}" srcOrd="0" destOrd="0" presId="urn:microsoft.com/office/officeart/2005/8/layout/vProcess5"/>
    <dgm:cxn modelId="{551FBDD1-6C34-4DE2-91C9-CA5C57DC34B5}" type="presOf" srcId="{6BDB93B9-E378-4E6B-8D81-865E3CC79E70}" destId="{D1B85CE8-66BA-4A00-9331-78B732F765F8}" srcOrd="0" destOrd="0" presId="urn:microsoft.com/office/officeart/2005/8/layout/vProcess5"/>
    <dgm:cxn modelId="{7D93E7D1-12DD-4D62-BE5D-8E422324A333}" srcId="{1469D701-F17F-4195-BEA2-09AA6230EECC}" destId="{ABB95F15-E684-43E5-B3E8-2D8341E5D4C2}" srcOrd="1" destOrd="0" parTransId="{F450E757-D038-470F-9C2F-72A16C64B206}" sibTransId="{F89F26F8-DAA7-4BA3-A63A-C546D9DEE3C2}"/>
    <dgm:cxn modelId="{9BF060D2-D36C-435C-B81F-D882D30E67AD}" srcId="{1469D701-F17F-4195-BEA2-09AA6230EECC}" destId="{6BDB93B9-E378-4E6B-8D81-865E3CC79E70}" srcOrd="3" destOrd="0" parTransId="{7EF76B7A-F56D-42F0-A391-59BB8A9AF2B3}" sibTransId="{9330BED2-B6C5-45C6-BB0B-DC4B039CCECC}"/>
    <dgm:cxn modelId="{A191D1D2-783A-420D-89B5-4A745B8D5D30}" type="presOf" srcId="{23327224-6480-4AF9-8D4D-0756C4AABBE8}" destId="{5691AAED-33F8-45A1-B1A1-53E40000BAE9}" srcOrd="0" destOrd="0" presId="urn:microsoft.com/office/officeart/2005/8/layout/vProcess5"/>
    <dgm:cxn modelId="{37974BDB-AC83-42EA-A605-453F7F28DF43}" type="presOf" srcId="{1469D701-F17F-4195-BEA2-09AA6230EECC}" destId="{6DCA8390-590F-4EAE-B32C-6A0EE8A1DCE9}" srcOrd="0" destOrd="0" presId="urn:microsoft.com/office/officeart/2005/8/layout/vProcess5"/>
    <dgm:cxn modelId="{F8429AF8-1746-4FBA-AAEA-F89E99F0693D}" type="presOf" srcId="{8021E074-B390-4882-BC6B-64A7085FACC2}" destId="{F3DD7639-14CA-4CC2-8D5E-400DC48E8D51}" srcOrd="0" destOrd="0" presId="urn:microsoft.com/office/officeart/2005/8/layout/vProcess5"/>
    <dgm:cxn modelId="{131519D9-C5E7-4CD4-9A12-B0094E733620}" type="presParOf" srcId="{6DCA8390-590F-4EAE-B32C-6A0EE8A1DCE9}" destId="{159EE612-2072-4A94-A4E4-1D28608E62E5}" srcOrd="0" destOrd="0" presId="urn:microsoft.com/office/officeart/2005/8/layout/vProcess5"/>
    <dgm:cxn modelId="{674D1FE5-B85D-4F7D-8467-92353EFE4B32}" type="presParOf" srcId="{6DCA8390-590F-4EAE-B32C-6A0EE8A1DCE9}" destId="{5691AAED-33F8-45A1-B1A1-53E40000BAE9}" srcOrd="1" destOrd="0" presId="urn:microsoft.com/office/officeart/2005/8/layout/vProcess5"/>
    <dgm:cxn modelId="{18E26725-2724-43FB-B739-798DE7DAB5DF}" type="presParOf" srcId="{6DCA8390-590F-4EAE-B32C-6A0EE8A1DCE9}" destId="{783CC7F1-E134-4C43-B773-22B682878ADD}" srcOrd="2" destOrd="0" presId="urn:microsoft.com/office/officeart/2005/8/layout/vProcess5"/>
    <dgm:cxn modelId="{A9CC46A2-ADB5-4CD2-98F8-542EEBEA8E09}" type="presParOf" srcId="{6DCA8390-590F-4EAE-B32C-6A0EE8A1DCE9}" destId="{F3DD7639-14CA-4CC2-8D5E-400DC48E8D51}" srcOrd="3" destOrd="0" presId="urn:microsoft.com/office/officeart/2005/8/layout/vProcess5"/>
    <dgm:cxn modelId="{CC451A41-58EA-4DA2-91F9-E26D8EA65897}" type="presParOf" srcId="{6DCA8390-590F-4EAE-B32C-6A0EE8A1DCE9}" destId="{D1B85CE8-66BA-4A00-9331-78B732F765F8}" srcOrd="4" destOrd="0" presId="urn:microsoft.com/office/officeart/2005/8/layout/vProcess5"/>
    <dgm:cxn modelId="{DEF702DB-2F09-4B85-BB01-93DE99E2A516}" type="presParOf" srcId="{6DCA8390-590F-4EAE-B32C-6A0EE8A1DCE9}" destId="{96533589-23FF-4EE0-9AAD-E40E6A5D7A6E}" srcOrd="5" destOrd="0" presId="urn:microsoft.com/office/officeart/2005/8/layout/vProcess5"/>
    <dgm:cxn modelId="{262EB605-39E9-4AFE-9ED9-60620788910E}" type="presParOf" srcId="{6DCA8390-590F-4EAE-B32C-6A0EE8A1DCE9}" destId="{ABEFB93F-6BA5-412F-A88E-DBBE80E43299}" srcOrd="6" destOrd="0" presId="urn:microsoft.com/office/officeart/2005/8/layout/vProcess5"/>
    <dgm:cxn modelId="{FAFDF5DC-930E-4AC7-86C3-FFB85F5D3530}" type="presParOf" srcId="{6DCA8390-590F-4EAE-B32C-6A0EE8A1DCE9}" destId="{AB204D7A-A0D6-451B-99FA-7BC51445916B}" srcOrd="7" destOrd="0" presId="urn:microsoft.com/office/officeart/2005/8/layout/vProcess5"/>
    <dgm:cxn modelId="{3D49E4A2-0EE4-44F7-BB94-F866DD85A5ED}" type="presParOf" srcId="{6DCA8390-590F-4EAE-B32C-6A0EE8A1DCE9}" destId="{CA8DB6EA-AE19-4E5E-BDDF-5183B64D2081}" srcOrd="8" destOrd="0" presId="urn:microsoft.com/office/officeart/2005/8/layout/vProcess5"/>
    <dgm:cxn modelId="{64F83447-9716-4EEA-BD09-C6D910B7AB4D}" type="presParOf" srcId="{6DCA8390-590F-4EAE-B32C-6A0EE8A1DCE9}" destId="{5E32A959-03D3-46DF-A3B0-C1F518E24132}" srcOrd="9" destOrd="0" presId="urn:microsoft.com/office/officeart/2005/8/layout/vProcess5"/>
    <dgm:cxn modelId="{F40E5613-4CE0-45C0-AA5B-277DF6AF2F45}" type="presParOf" srcId="{6DCA8390-590F-4EAE-B32C-6A0EE8A1DCE9}" destId="{1A90B5F2-74C6-4BE1-92E2-FFF567304AF7}" srcOrd="10" destOrd="0" presId="urn:microsoft.com/office/officeart/2005/8/layout/vProcess5"/>
    <dgm:cxn modelId="{730D1FAB-6B49-44BF-BF77-F755BABF12A9}" type="presParOf" srcId="{6DCA8390-590F-4EAE-B32C-6A0EE8A1DCE9}" destId="{348149EA-B932-4F8D-9525-C70D09C40F84}" srcOrd="11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ACA37A44-CA87-4EED-B88C-352B0E59ED18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2540F12-6991-4FFE-805D-BF28BA8C1286}">
      <dgm:prSet/>
      <dgm:spPr/>
      <dgm:t>
        <a:bodyPr/>
        <a:lstStyle/>
        <a:p>
          <a:r>
            <a:rPr lang="en-IN"/>
            <a:t>HTTP/HTTPS: Web communication; HTTPS uses SSL/TLS for encryption.</a:t>
          </a:r>
          <a:endParaRPr lang="en-US"/>
        </a:p>
      </dgm:t>
    </dgm:pt>
    <dgm:pt modelId="{FDC629AA-322E-4E95-8F46-87A3D03E98E2}" type="parTrans" cxnId="{529BCE9D-4075-4284-A03B-BD6826888FB1}">
      <dgm:prSet/>
      <dgm:spPr/>
      <dgm:t>
        <a:bodyPr/>
        <a:lstStyle/>
        <a:p>
          <a:endParaRPr lang="en-US"/>
        </a:p>
      </dgm:t>
    </dgm:pt>
    <dgm:pt modelId="{1D5AD9E1-82A2-40DA-83D0-06EDEAFA950C}" type="sibTrans" cxnId="{529BCE9D-4075-4284-A03B-BD6826888FB1}">
      <dgm:prSet/>
      <dgm:spPr/>
      <dgm:t>
        <a:bodyPr/>
        <a:lstStyle/>
        <a:p>
          <a:endParaRPr lang="en-US"/>
        </a:p>
      </dgm:t>
    </dgm:pt>
    <dgm:pt modelId="{C8B27938-BDBB-41CA-A2C9-D3E49682ACCF}">
      <dgm:prSet/>
      <dgm:spPr/>
      <dgm:t>
        <a:bodyPr/>
        <a:lstStyle/>
        <a:p>
          <a:r>
            <a:rPr lang="en-IN"/>
            <a:t>TCP/UDP: Transmission protocols; TCP reliable, UDP faster.</a:t>
          </a:r>
          <a:endParaRPr lang="en-US"/>
        </a:p>
      </dgm:t>
    </dgm:pt>
    <dgm:pt modelId="{10DA0EA5-DF5A-4071-8602-9C13493C8E60}" type="parTrans" cxnId="{37CF0D84-6B6E-460C-8C44-18F6AFA597DC}">
      <dgm:prSet/>
      <dgm:spPr/>
      <dgm:t>
        <a:bodyPr/>
        <a:lstStyle/>
        <a:p>
          <a:endParaRPr lang="en-US"/>
        </a:p>
      </dgm:t>
    </dgm:pt>
    <dgm:pt modelId="{6379A666-9628-43BE-BC3E-89EF10CEA242}" type="sibTrans" cxnId="{37CF0D84-6B6E-460C-8C44-18F6AFA597DC}">
      <dgm:prSet/>
      <dgm:spPr/>
      <dgm:t>
        <a:bodyPr/>
        <a:lstStyle/>
        <a:p>
          <a:endParaRPr lang="en-US"/>
        </a:p>
      </dgm:t>
    </dgm:pt>
    <dgm:pt modelId="{12252B87-DCB9-4CF6-94D1-0BAD936A72F4}">
      <dgm:prSet/>
      <dgm:spPr/>
      <dgm:t>
        <a:bodyPr/>
        <a:lstStyle/>
        <a:p>
          <a:r>
            <a:rPr lang="en-IN"/>
            <a:t>IP: Defines addressing and routing across networks.</a:t>
          </a:r>
          <a:endParaRPr lang="en-US"/>
        </a:p>
      </dgm:t>
    </dgm:pt>
    <dgm:pt modelId="{6D6B20C5-FA1A-46F8-B045-8FBF87DAE66B}" type="parTrans" cxnId="{32907BEE-E528-4F4E-A229-D6AEA59651DA}">
      <dgm:prSet/>
      <dgm:spPr/>
      <dgm:t>
        <a:bodyPr/>
        <a:lstStyle/>
        <a:p>
          <a:endParaRPr lang="en-US"/>
        </a:p>
      </dgm:t>
    </dgm:pt>
    <dgm:pt modelId="{EE1BBFAB-94A6-4F35-A039-B86460317E23}" type="sibTrans" cxnId="{32907BEE-E528-4F4E-A229-D6AEA59651DA}">
      <dgm:prSet/>
      <dgm:spPr/>
      <dgm:t>
        <a:bodyPr/>
        <a:lstStyle/>
        <a:p>
          <a:endParaRPr lang="en-US"/>
        </a:p>
      </dgm:t>
    </dgm:pt>
    <dgm:pt modelId="{24C91E92-B8A5-499D-AA2C-27BC3D2AF947}" type="pres">
      <dgm:prSet presAssocID="{ACA37A44-CA87-4EED-B88C-352B0E59ED18}" presName="root" presStyleCnt="0">
        <dgm:presLayoutVars>
          <dgm:dir/>
          <dgm:resizeHandles val="exact"/>
        </dgm:presLayoutVars>
      </dgm:prSet>
      <dgm:spPr/>
    </dgm:pt>
    <dgm:pt modelId="{A9641297-BEF4-4184-BC24-E8462B024FE8}" type="pres">
      <dgm:prSet presAssocID="{12540F12-6991-4FFE-805D-BF28BA8C1286}" presName="compNode" presStyleCnt="0"/>
      <dgm:spPr/>
    </dgm:pt>
    <dgm:pt modelId="{5F21128F-F1B9-40DE-8AD4-05FEB1F53490}" type="pres">
      <dgm:prSet presAssocID="{12540F12-6991-4FFE-805D-BF28BA8C1286}" presName="bgRect" presStyleLbl="bgShp" presStyleIdx="0" presStyleCnt="3"/>
      <dgm:spPr/>
    </dgm:pt>
    <dgm:pt modelId="{4715265E-5172-418D-A3C9-3143E937E8F7}" type="pres">
      <dgm:prSet presAssocID="{12540F12-6991-4FFE-805D-BF28BA8C1286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ocessor"/>
        </a:ext>
      </dgm:extLst>
    </dgm:pt>
    <dgm:pt modelId="{791E0A18-A227-4020-A69C-BEE60715FE80}" type="pres">
      <dgm:prSet presAssocID="{12540F12-6991-4FFE-805D-BF28BA8C1286}" presName="spaceRect" presStyleCnt="0"/>
      <dgm:spPr/>
    </dgm:pt>
    <dgm:pt modelId="{3237AFF0-FC21-420F-8CC1-99452F2C0DAC}" type="pres">
      <dgm:prSet presAssocID="{12540F12-6991-4FFE-805D-BF28BA8C1286}" presName="parTx" presStyleLbl="revTx" presStyleIdx="0" presStyleCnt="3">
        <dgm:presLayoutVars>
          <dgm:chMax val="0"/>
          <dgm:chPref val="0"/>
        </dgm:presLayoutVars>
      </dgm:prSet>
      <dgm:spPr/>
    </dgm:pt>
    <dgm:pt modelId="{2D4E4863-DB98-4757-9A32-18662E92ABAB}" type="pres">
      <dgm:prSet presAssocID="{1D5AD9E1-82A2-40DA-83D0-06EDEAFA950C}" presName="sibTrans" presStyleCnt="0"/>
      <dgm:spPr/>
    </dgm:pt>
    <dgm:pt modelId="{0445A448-7812-4789-87F5-03756E636B6C}" type="pres">
      <dgm:prSet presAssocID="{C8B27938-BDBB-41CA-A2C9-D3E49682ACCF}" presName="compNode" presStyleCnt="0"/>
      <dgm:spPr/>
    </dgm:pt>
    <dgm:pt modelId="{8029C79D-36FB-4DCE-99D8-86076B4A6EB9}" type="pres">
      <dgm:prSet presAssocID="{C8B27938-BDBB-41CA-A2C9-D3E49682ACCF}" presName="bgRect" presStyleLbl="bgShp" presStyleIdx="1" presStyleCnt="3"/>
      <dgm:spPr/>
    </dgm:pt>
    <dgm:pt modelId="{5046AE68-0CC5-4574-B6F6-18525C051E91}" type="pres">
      <dgm:prSet presAssocID="{C8B27938-BDBB-41CA-A2C9-D3E49682ACCF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omputer"/>
        </a:ext>
      </dgm:extLst>
    </dgm:pt>
    <dgm:pt modelId="{8BF851AD-83DB-4ACD-936D-33D3FAA7144D}" type="pres">
      <dgm:prSet presAssocID="{C8B27938-BDBB-41CA-A2C9-D3E49682ACCF}" presName="spaceRect" presStyleCnt="0"/>
      <dgm:spPr/>
    </dgm:pt>
    <dgm:pt modelId="{40BBCB0C-9E7F-4E56-8342-C926E864C2EB}" type="pres">
      <dgm:prSet presAssocID="{C8B27938-BDBB-41CA-A2C9-D3E49682ACCF}" presName="parTx" presStyleLbl="revTx" presStyleIdx="1" presStyleCnt="3">
        <dgm:presLayoutVars>
          <dgm:chMax val="0"/>
          <dgm:chPref val="0"/>
        </dgm:presLayoutVars>
      </dgm:prSet>
      <dgm:spPr/>
    </dgm:pt>
    <dgm:pt modelId="{D0CF4C88-D3CD-4BF5-9662-E4335CC94B5D}" type="pres">
      <dgm:prSet presAssocID="{6379A666-9628-43BE-BC3E-89EF10CEA242}" presName="sibTrans" presStyleCnt="0"/>
      <dgm:spPr/>
    </dgm:pt>
    <dgm:pt modelId="{8DC5FE1C-6ACE-4878-9F9B-7D14B3F43BAF}" type="pres">
      <dgm:prSet presAssocID="{12252B87-DCB9-4CF6-94D1-0BAD936A72F4}" presName="compNode" presStyleCnt="0"/>
      <dgm:spPr/>
    </dgm:pt>
    <dgm:pt modelId="{F5684637-B3FB-49EE-B491-8BE73F0A1F0B}" type="pres">
      <dgm:prSet presAssocID="{12252B87-DCB9-4CF6-94D1-0BAD936A72F4}" presName="bgRect" presStyleLbl="bgShp" presStyleIdx="2" presStyleCnt="3"/>
      <dgm:spPr/>
    </dgm:pt>
    <dgm:pt modelId="{A3A13726-649A-4BEF-87A2-8304ED7A1975}" type="pres">
      <dgm:prSet presAssocID="{12252B87-DCB9-4CF6-94D1-0BAD936A72F4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isconnected"/>
        </a:ext>
      </dgm:extLst>
    </dgm:pt>
    <dgm:pt modelId="{DFDF52AC-8464-4775-9A61-8DD38FA12E42}" type="pres">
      <dgm:prSet presAssocID="{12252B87-DCB9-4CF6-94D1-0BAD936A72F4}" presName="spaceRect" presStyleCnt="0"/>
      <dgm:spPr/>
    </dgm:pt>
    <dgm:pt modelId="{7F0F47AE-5066-457B-A1E6-8EDBB323A615}" type="pres">
      <dgm:prSet presAssocID="{12252B87-DCB9-4CF6-94D1-0BAD936A72F4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C317AD60-8B3C-4DF4-8B5A-5C7A694514C0}" type="presOf" srcId="{ACA37A44-CA87-4EED-B88C-352B0E59ED18}" destId="{24C91E92-B8A5-499D-AA2C-27BC3D2AF947}" srcOrd="0" destOrd="0" presId="urn:microsoft.com/office/officeart/2018/2/layout/IconVerticalSolidList"/>
    <dgm:cxn modelId="{36442245-1857-44A8-9195-3E7DA6B14AF6}" type="presOf" srcId="{12252B87-DCB9-4CF6-94D1-0BAD936A72F4}" destId="{7F0F47AE-5066-457B-A1E6-8EDBB323A615}" srcOrd="0" destOrd="0" presId="urn:microsoft.com/office/officeart/2018/2/layout/IconVerticalSolidList"/>
    <dgm:cxn modelId="{10B50E79-78AD-4C18-9D83-CEEFCD9EF5B9}" type="presOf" srcId="{C8B27938-BDBB-41CA-A2C9-D3E49682ACCF}" destId="{40BBCB0C-9E7F-4E56-8342-C926E864C2EB}" srcOrd="0" destOrd="0" presId="urn:microsoft.com/office/officeart/2018/2/layout/IconVerticalSolidList"/>
    <dgm:cxn modelId="{37CF0D84-6B6E-460C-8C44-18F6AFA597DC}" srcId="{ACA37A44-CA87-4EED-B88C-352B0E59ED18}" destId="{C8B27938-BDBB-41CA-A2C9-D3E49682ACCF}" srcOrd="1" destOrd="0" parTransId="{10DA0EA5-DF5A-4071-8602-9C13493C8E60}" sibTransId="{6379A666-9628-43BE-BC3E-89EF10CEA242}"/>
    <dgm:cxn modelId="{529BCE9D-4075-4284-A03B-BD6826888FB1}" srcId="{ACA37A44-CA87-4EED-B88C-352B0E59ED18}" destId="{12540F12-6991-4FFE-805D-BF28BA8C1286}" srcOrd="0" destOrd="0" parTransId="{FDC629AA-322E-4E95-8F46-87A3D03E98E2}" sibTransId="{1D5AD9E1-82A2-40DA-83D0-06EDEAFA950C}"/>
    <dgm:cxn modelId="{087D86AA-0758-4142-ADD2-6A32206E6F55}" type="presOf" srcId="{12540F12-6991-4FFE-805D-BF28BA8C1286}" destId="{3237AFF0-FC21-420F-8CC1-99452F2C0DAC}" srcOrd="0" destOrd="0" presId="urn:microsoft.com/office/officeart/2018/2/layout/IconVerticalSolidList"/>
    <dgm:cxn modelId="{32907BEE-E528-4F4E-A229-D6AEA59651DA}" srcId="{ACA37A44-CA87-4EED-B88C-352B0E59ED18}" destId="{12252B87-DCB9-4CF6-94D1-0BAD936A72F4}" srcOrd="2" destOrd="0" parTransId="{6D6B20C5-FA1A-46F8-B045-8FBF87DAE66B}" sibTransId="{EE1BBFAB-94A6-4F35-A039-B86460317E23}"/>
    <dgm:cxn modelId="{81803CEB-38D0-4FA3-9F32-3A90728E661A}" type="presParOf" srcId="{24C91E92-B8A5-499D-AA2C-27BC3D2AF947}" destId="{A9641297-BEF4-4184-BC24-E8462B024FE8}" srcOrd="0" destOrd="0" presId="urn:microsoft.com/office/officeart/2018/2/layout/IconVerticalSolidList"/>
    <dgm:cxn modelId="{B9771D5D-EB92-485B-AA23-ED7CD98CA3E6}" type="presParOf" srcId="{A9641297-BEF4-4184-BC24-E8462B024FE8}" destId="{5F21128F-F1B9-40DE-8AD4-05FEB1F53490}" srcOrd="0" destOrd="0" presId="urn:microsoft.com/office/officeart/2018/2/layout/IconVerticalSolidList"/>
    <dgm:cxn modelId="{A72E3029-020E-42C5-A23F-052EC672789B}" type="presParOf" srcId="{A9641297-BEF4-4184-BC24-E8462B024FE8}" destId="{4715265E-5172-418D-A3C9-3143E937E8F7}" srcOrd="1" destOrd="0" presId="urn:microsoft.com/office/officeart/2018/2/layout/IconVerticalSolidList"/>
    <dgm:cxn modelId="{62985048-3CC1-4D15-8EC2-B9A297EE456C}" type="presParOf" srcId="{A9641297-BEF4-4184-BC24-E8462B024FE8}" destId="{791E0A18-A227-4020-A69C-BEE60715FE80}" srcOrd="2" destOrd="0" presId="urn:microsoft.com/office/officeart/2018/2/layout/IconVerticalSolidList"/>
    <dgm:cxn modelId="{D89A6112-5739-4A31-A121-F93729EFE647}" type="presParOf" srcId="{A9641297-BEF4-4184-BC24-E8462B024FE8}" destId="{3237AFF0-FC21-420F-8CC1-99452F2C0DAC}" srcOrd="3" destOrd="0" presId="urn:microsoft.com/office/officeart/2018/2/layout/IconVerticalSolidList"/>
    <dgm:cxn modelId="{2C74D56B-A45D-43FB-93E4-F244D0B1CE04}" type="presParOf" srcId="{24C91E92-B8A5-499D-AA2C-27BC3D2AF947}" destId="{2D4E4863-DB98-4757-9A32-18662E92ABAB}" srcOrd="1" destOrd="0" presId="urn:microsoft.com/office/officeart/2018/2/layout/IconVerticalSolidList"/>
    <dgm:cxn modelId="{6331AA2F-D26A-4095-9797-6676825DFA89}" type="presParOf" srcId="{24C91E92-B8A5-499D-AA2C-27BC3D2AF947}" destId="{0445A448-7812-4789-87F5-03756E636B6C}" srcOrd="2" destOrd="0" presId="urn:microsoft.com/office/officeart/2018/2/layout/IconVerticalSolidList"/>
    <dgm:cxn modelId="{45D22AF8-9421-472B-8441-8592970CC14A}" type="presParOf" srcId="{0445A448-7812-4789-87F5-03756E636B6C}" destId="{8029C79D-36FB-4DCE-99D8-86076B4A6EB9}" srcOrd="0" destOrd="0" presId="urn:microsoft.com/office/officeart/2018/2/layout/IconVerticalSolidList"/>
    <dgm:cxn modelId="{8A7FE78D-7F22-4309-B5C0-A45CC1199A70}" type="presParOf" srcId="{0445A448-7812-4789-87F5-03756E636B6C}" destId="{5046AE68-0CC5-4574-B6F6-18525C051E91}" srcOrd="1" destOrd="0" presId="urn:microsoft.com/office/officeart/2018/2/layout/IconVerticalSolidList"/>
    <dgm:cxn modelId="{D6555C22-7783-426F-9EDE-D57794407EE0}" type="presParOf" srcId="{0445A448-7812-4789-87F5-03756E636B6C}" destId="{8BF851AD-83DB-4ACD-936D-33D3FAA7144D}" srcOrd="2" destOrd="0" presId="urn:microsoft.com/office/officeart/2018/2/layout/IconVerticalSolidList"/>
    <dgm:cxn modelId="{041B5008-97F9-4DED-A730-E9DD56456EA8}" type="presParOf" srcId="{0445A448-7812-4789-87F5-03756E636B6C}" destId="{40BBCB0C-9E7F-4E56-8342-C926E864C2EB}" srcOrd="3" destOrd="0" presId="urn:microsoft.com/office/officeart/2018/2/layout/IconVerticalSolidList"/>
    <dgm:cxn modelId="{8E16472F-8925-42FD-A64D-495079502027}" type="presParOf" srcId="{24C91E92-B8A5-499D-AA2C-27BC3D2AF947}" destId="{D0CF4C88-D3CD-4BF5-9662-E4335CC94B5D}" srcOrd="3" destOrd="0" presId="urn:microsoft.com/office/officeart/2018/2/layout/IconVerticalSolidList"/>
    <dgm:cxn modelId="{BE2BCB55-BFA2-4B94-9C5A-FB0CAC07B418}" type="presParOf" srcId="{24C91E92-B8A5-499D-AA2C-27BC3D2AF947}" destId="{8DC5FE1C-6ACE-4878-9F9B-7D14B3F43BAF}" srcOrd="4" destOrd="0" presId="urn:microsoft.com/office/officeart/2018/2/layout/IconVerticalSolidList"/>
    <dgm:cxn modelId="{89C68A1E-49A5-48CB-AEBB-2BBB0779B5CC}" type="presParOf" srcId="{8DC5FE1C-6ACE-4878-9F9B-7D14B3F43BAF}" destId="{F5684637-B3FB-49EE-B491-8BE73F0A1F0B}" srcOrd="0" destOrd="0" presId="urn:microsoft.com/office/officeart/2018/2/layout/IconVerticalSolidList"/>
    <dgm:cxn modelId="{82C2C8BE-7865-4AC6-9B97-49B763DED44D}" type="presParOf" srcId="{8DC5FE1C-6ACE-4878-9F9B-7D14B3F43BAF}" destId="{A3A13726-649A-4BEF-87A2-8304ED7A1975}" srcOrd="1" destOrd="0" presId="urn:microsoft.com/office/officeart/2018/2/layout/IconVerticalSolidList"/>
    <dgm:cxn modelId="{DC8D5794-5B8F-4014-AD78-0908CE34E02B}" type="presParOf" srcId="{8DC5FE1C-6ACE-4878-9F9B-7D14B3F43BAF}" destId="{DFDF52AC-8464-4775-9A61-8DD38FA12E42}" srcOrd="2" destOrd="0" presId="urn:microsoft.com/office/officeart/2018/2/layout/IconVerticalSolidList"/>
    <dgm:cxn modelId="{23C69CF3-2BE6-499E-8945-94291736389C}" type="presParOf" srcId="{8DC5FE1C-6ACE-4878-9F9B-7D14B3F43BAF}" destId="{7F0F47AE-5066-457B-A1E6-8EDBB323A615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2E867B34-FEBF-4E62-B1D4-59E921827CBE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E8EC8E2B-A8F9-43F4-9536-C61D3E61784F}">
      <dgm:prSet/>
      <dgm:spPr/>
      <dgm:t>
        <a:bodyPr/>
        <a:lstStyle/>
        <a:p>
          <a:r>
            <a:rPr lang="en-US"/>
            <a:t>ICMP: Used for diagnostics (ping, traceroute).</a:t>
          </a:r>
        </a:p>
      </dgm:t>
    </dgm:pt>
    <dgm:pt modelId="{93115F97-40F0-4C65-8CE2-B0FD9FF3D180}" type="parTrans" cxnId="{7146F222-9D1D-4B67-817D-226D4AC28FF2}">
      <dgm:prSet/>
      <dgm:spPr/>
      <dgm:t>
        <a:bodyPr/>
        <a:lstStyle/>
        <a:p>
          <a:endParaRPr lang="en-US"/>
        </a:p>
      </dgm:t>
    </dgm:pt>
    <dgm:pt modelId="{AF9237F9-658B-4033-A8D3-ACDC4CFDD53F}" type="sibTrans" cxnId="{7146F222-9D1D-4B67-817D-226D4AC28FF2}">
      <dgm:prSet/>
      <dgm:spPr/>
      <dgm:t>
        <a:bodyPr/>
        <a:lstStyle/>
        <a:p>
          <a:endParaRPr lang="en-US"/>
        </a:p>
      </dgm:t>
    </dgm:pt>
    <dgm:pt modelId="{F897E993-1684-4EF2-8B9B-3D73EF70E737}">
      <dgm:prSet/>
      <dgm:spPr/>
      <dgm:t>
        <a:bodyPr/>
        <a:lstStyle/>
        <a:p>
          <a:r>
            <a:rPr lang="en-US"/>
            <a:t>LDAP: Directory access and authentication.</a:t>
          </a:r>
        </a:p>
      </dgm:t>
    </dgm:pt>
    <dgm:pt modelId="{2F1E51C9-D726-4C91-A9E7-439560A4457B}" type="parTrans" cxnId="{B8CDED8A-F071-4610-96A3-29956D3CD356}">
      <dgm:prSet/>
      <dgm:spPr/>
      <dgm:t>
        <a:bodyPr/>
        <a:lstStyle/>
        <a:p>
          <a:endParaRPr lang="en-US"/>
        </a:p>
      </dgm:t>
    </dgm:pt>
    <dgm:pt modelId="{CE567294-D4E3-4DB9-8521-518DEAD47734}" type="sibTrans" cxnId="{B8CDED8A-F071-4610-96A3-29956D3CD356}">
      <dgm:prSet/>
      <dgm:spPr/>
      <dgm:t>
        <a:bodyPr/>
        <a:lstStyle/>
        <a:p>
          <a:endParaRPr lang="en-US"/>
        </a:p>
      </dgm:t>
    </dgm:pt>
    <dgm:pt modelId="{779446C5-C99A-4BFC-80B6-52D632BEC029}">
      <dgm:prSet/>
      <dgm:spPr/>
      <dgm:t>
        <a:bodyPr/>
        <a:lstStyle/>
        <a:p>
          <a:r>
            <a:rPr lang="en-US"/>
            <a:t>QUIC: New protocol combining reliability and speed (used by Google).</a:t>
          </a:r>
        </a:p>
      </dgm:t>
    </dgm:pt>
    <dgm:pt modelId="{B7C56F20-9DF5-4BD2-A7ED-0CE0B1DEFD33}" type="parTrans" cxnId="{C1DA59D7-B9BE-4A7D-B717-FB155E989918}">
      <dgm:prSet/>
      <dgm:spPr/>
      <dgm:t>
        <a:bodyPr/>
        <a:lstStyle/>
        <a:p>
          <a:endParaRPr lang="en-US"/>
        </a:p>
      </dgm:t>
    </dgm:pt>
    <dgm:pt modelId="{ACC40A94-6C60-4067-A010-4A96CAA7DD7C}" type="sibTrans" cxnId="{C1DA59D7-B9BE-4A7D-B717-FB155E989918}">
      <dgm:prSet/>
      <dgm:spPr/>
      <dgm:t>
        <a:bodyPr/>
        <a:lstStyle/>
        <a:p>
          <a:endParaRPr lang="en-US"/>
        </a:p>
      </dgm:t>
    </dgm:pt>
    <dgm:pt modelId="{89829B57-F62A-4365-9C73-6D3D62466B1C}" type="pres">
      <dgm:prSet presAssocID="{2E867B34-FEBF-4E62-B1D4-59E921827CBE}" presName="root" presStyleCnt="0">
        <dgm:presLayoutVars>
          <dgm:dir/>
          <dgm:resizeHandles val="exact"/>
        </dgm:presLayoutVars>
      </dgm:prSet>
      <dgm:spPr/>
    </dgm:pt>
    <dgm:pt modelId="{D63537C4-9EC1-47FD-BF01-E16D4180E01B}" type="pres">
      <dgm:prSet presAssocID="{E8EC8E2B-A8F9-43F4-9536-C61D3E61784F}" presName="compNode" presStyleCnt="0"/>
      <dgm:spPr/>
    </dgm:pt>
    <dgm:pt modelId="{E318BDB4-2D5B-4F58-BCE5-42485311935E}" type="pres">
      <dgm:prSet presAssocID="{E8EC8E2B-A8F9-43F4-9536-C61D3E61784F}" presName="bgRect" presStyleLbl="bgShp" presStyleIdx="0" presStyleCnt="3"/>
      <dgm:spPr/>
    </dgm:pt>
    <dgm:pt modelId="{8BB4539B-4D5A-45C5-95EC-ABFE344A3BFA}" type="pres">
      <dgm:prSet presAssocID="{E8EC8E2B-A8F9-43F4-9536-C61D3E61784F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able tennis"/>
        </a:ext>
      </dgm:extLst>
    </dgm:pt>
    <dgm:pt modelId="{BB7924CE-63DF-451C-95FC-24502B16C067}" type="pres">
      <dgm:prSet presAssocID="{E8EC8E2B-A8F9-43F4-9536-C61D3E61784F}" presName="spaceRect" presStyleCnt="0"/>
      <dgm:spPr/>
    </dgm:pt>
    <dgm:pt modelId="{2B61C20F-674A-4816-B2A9-7DF452662724}" type="pres">
      <dgm:prSet presAssocID="{E8EC8E2B-A8F9-43F4-9536-C61D3E61784F}" presName="parTx" presStyleLbl="revTx" presStyleIdx="0" presStyleCnt="3">
        <dgm:presLayoutVars>
          <dgm:chMax val="0"/>
          <dgm:chPref val="0"/>
        </dgm:presLayoutVars>
      </dgm:prSet>
      <dgm:spPr/>
    </dgm:pt>
    <dgm:pt modelId="{7886A516-F562-42EB-906B-4C728D006CCC}" type="pres">
      <dgm:prSet presAssocID="{AF9237F9-658B-4033-A8D3-ACDC4CFDD53F}" presName="sibTrans" presStyleCnt="0"/>
      <dgm:spPr/>
    </dgm:pt>
    <dgm:pt modelId="{EA7F0464-DCC4-49DB-88BF-1B265B558876}" type="pres">
      <dgm:prSet presAssocID="{F897E993-1684-4EF2-8B9B-3D73EF70E737}" presName="compNode" presStyleCnt="0"/>
      <dgm:spPr/>
    </dgm:pt>
    <dgm:pt modelId="{33C92154-191E-4516-B656-FA8FC34B733A}" type="pres">
      <dgm:prSet presAssocID="{F897E993-1684-4EF2-8B9B-3D73EF70E737}" presName="bgRect" presStyleLbl="bgShp" presStyleIdx="1" presStyleCnt="3"/>
      <dgm:spPr/>
    </dgm:pt>
    <dgm:pt modelId="{3A665C81-A7D7-4CB3-A307-FB104420EDBD}" type="pres">
      <dgm:prSet presAssocID="{F897E993-1684-4EF2-8B9B-3D73EF70E737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Key"/>
        </a:ext>
      </dgm:extLst>
    </dgm:pt>
    <dgm:pt modelId="{42BE267F-9856-45BD-B178-92FC80BB1CE4}" type="pres">
      <dgm:prSet presAssocID="{F897E993-1684-4EF2-8B9B-3D73EF70E737}" presName="spaceRect" presStyleCnt="0"/>
      <dgm:spPr/>
    </dgm:pt>
    <dgm:pt modelId="{A510824C-6EB5-4A0D-8A86-ADAB5EEC3261}" type="pres">
      <dgm:prSet presAssocID="{F897E993-1684-4EF2-8B9B-3D73EF70E737}" presName="parTx" presStyleLbl="revTx" presStyleIdx="1" presStyleCnt="3">
        <dgm:presLayoutVars>
          <dgm:chMax val="0"/>
          <dgm:chPref val="0"/>
        </dgm:presLayoutVars>
      </dgm:prSet>
      <dgm:spPr/>
    </dgm:pt>
    <dgm:pt modelId="{BF258DCA-1025-4CAA-BA13-A5275D53F6CA}" type="pres">
      <dgm:prSet presAssocID="{CE567294-D4E3-4DB9-8521-518DEAD47734}" presName="sibTrans" presStyleCnt="0"/>
      <dgm:spPr/>
    </dgm:pt>
    <dgm:pt modelId="{F72AFF23-33FA-4A23-BF4F-7AF5B6ADBA5F}" type="pres">
      <dgm:prSet presAssocID="{779446C5-C99A-4BFC-80B6-52D632BEC029}" presName="compNode" presStyleCnt="0"/>
      <dgm:spPr/>
    </dgm:pt>
    <dgm:pt modelId="{4FC05310-EA4B-4FE7-B2FC-7A8B990280E3}" type="pres">
      <dgm:prSet presAssocID="{779446C5-C99A-4BFC-80B6-52D632BEC029}" presName="bgRect" presStyleLbl="bgShp" presStyleIdx="2" presStyleCnt="3"/>
      <dgm:spPr/>
    </dgm:pt>
    <dgm:pt modelId="{18A8FFA4-95D0-4D81-8A1C-615A92B41025}" type="pres">
      <dgm:prSet presAssocID="{779446C5-C99A-4BFC-80B6-52D632BEC029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ocessor"/>
        </a:ext>
      </dgm:extLst>
    </dgm:pt>
    <dgm:pt modelId="{5C9348FE-00A5-40DE-96E6-02846D555BAF}" type="pres">
      <dgm:prSet presAssocID="{779446C5-C99A-4BFC-80B6-52D632BEC029}" presName="spaceRect" presStyleCnt="0"/>
      <dgm:spPr/>
    </dgm:pt>
    <dgm:pt modelId="{98CB908C-B1E9-452D-BA95-18F9976EB3D6}" type="pres">
      <dgm:prSet presAssocID="{779446C5-C99A-4BFC-80B6-52D632BEC029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A53DCA17-378E-4923-A4C1-67749CA9F771}" type="presOf" srcId="{E8EC8E2B-A8F9-43F4-9536-C61D3E61784F}" destId="{2B61C20F-674A-4816-B2A9-7DF452662724}" srcOrd="0" destOrd="0" presId="urn:microsoft.com/office/officeart/2018/2/layout/IconVerticalSolidList"/>
    <dgm:cxn modelId="{63BA8018-0552-4556-A293-A3676F86302F}" type="presOf" srcId="{2E867B34-FEBF-4E62-B1D4-59E921827CBE}" destId="{89829B57-F62A-4365-9C73-6D3D62466B1C}" srcOrd="0" destOrd="0" presId="urn:microsoft.com/office/officeart/2018/2/layout/IconVerticalSolidList"/>
    <dgm:cxn modelId="{7146F222-9D1D-4B67-817D-226D4AC28FF2}" srcId="{2E867B34-FEBF-4E62-B1D4-59E921827CBE}" destId="{E8EC8E2B-A8F9-43F4-9536-C61D3E61784F}" srcOrd="0" destOrd="0" parTransId="{93115F97-40F0-4C65-8CE2-B0FD9FF3D180}" sibTransId="{AF9237F9-658B-4033-A8D3-ACDC4CFDD53F}"/>
    <dgm:cxn modelId="{452FC447-DD55-45B4-8F10-40340157FF5D}" type="presOf" srcId="{F897E993-1684-4EF2-8B9B-3D73EF70E737}" destId="{A510824C-6EB5-4A0D-8A86-ADAB5EEC3261}" srcOrd="0" destOrd="0" presId="urn:microsoft.com/office/officeart/2018/2/layout/IconVerticalSolidList"/>
    <dgm:cxn modelId="{B8CDED8A-F071-4610-96A3-29956D3CD356}" srcId="{2E867B34-FEBF-4E62-B1D4-59E921827CBE}" destId="{F897E993-1684-4EF2-8B9B-3D73EF70E737}" srcOrd="1" destOrd="0" parTransId="{2F1E51C9-D726-4C91-A9E7-439560A4457B}" sibTransId="{CE567294-D4E3-4DB9-8521-518DEAD47734}"/>
    <dgm:cxn modelId="{EBFA38B7-210E-4ED9-970D-0E868117DC40}" type="presOf" srcId="{779446C5-C99A-4BFC-80B6-52D632BEC029}" destId="{98CB908C-B1E9-452D-BA95-18F9976EB3D6}" srcOrd="0" destOrd="0" presId="urn:microsoft.com/office/officeart/2018/2/layout/IconVerticalSolidList"/>
    <dgm:cxn modelId="{C1DA59D7-B9BE-4A7D-B717-FB155E989918}" srcId="{2E867B34-FEBF-4E62-B1D4-59E921827CBE}" destId="{779446C5-C99A-4BFC-80B6-52D632BEC029}" srcOrd="2" destOrd="0" parTransId="{B7C56F20-9DF5-4BD2-A7ED-0CE0B1DEFD33}" sibTransId="{ACC40A94-6C60-4067-A010-4A96CAA7DD7C}"/>
    <dgm:cxn modelId="{D409D1F9-3F35-495B-BB99-BA3851B3F8E3}" type="presParOf" srcId="{89829B57-F62A-4365-9C73-6D3D62466B1C}" destId="{D63537C4-9EC1-47FD-BF01-E16D4180E01B}" srcOrd="0" destOrd="0" presId="urn:microsoft.com/office/officeart/2018/2/layout/IconVerticalSolidList"/>
    <dgm:cxn modelId="{975C94F4-E489-474D-9C88-FB1300B53844}" type="presParOf" srcId="{D63537C4-9EC1-47FD-BF01-E16D4180E01B}" destId="{E318BDB4-2D5B-4F58-BCE5-42485311935E}" srcOrd="0" destOrd="0" presId="urn:microsoft.com/office/officeart/2018/2/layout/IconVerticalSolidList"/>
    <dgm:cxn modelId="{5C008163-04E2-44A3-80D4-8270259EB676}" type="presParOf" srcId="{D63537C4-9EC1-47FD-BF01-E16D4180E01B}" destId="{8BB4539B-4D5A-45C5-95EC-ABFE344A3BFA}" srcOrd="1" destOrd="0" presId="urn:microsoft.com/office/officeart/2018/2/layout/IconVerticalSolidList"/>
    <dgm:cxn modelId="{86F9A1CB-AF85-488D-A3F6-9CF86783F9AA}" type="presParOf" srcId="{D63537C4-9EC1-47FD-BF01-E16D4180E01B}" destId="{BB7924CE-63DF-451C-95FC-24502B16C067}" srcOrd="2" destOrd="0" presId="urn:microsoft.com/office/officeart/2018/2/layout/IconVerticalSolidList"/>
    <dgm:cxn modelId="{56400582-83DB-422E-A7EB-2DCF872605C5}" type="presParOf" srcId="{D63537C4-9EC1-47FD-BF01-E16D4180E01B}" destId="{2B61C20F-674A-4816-B2A9-7DF452662724}" srcOrd="3" destOrd="0" presId="urn:microsoft.com/office/officeart/2018/2/layout/IconVerticalSolidList"/>
    <dgm:cxn modelId="{96E885ED-53C8-4B2C-83B0-3FA110C3334A}" type="presParOf" srcId="{89829B57-F62A-4365-9C73-6D3D62466B1C}" destId="{7886A516-F562-42EB-906B-4C728D006CCC}" srcOrd="1" destOrd="0" presId="urn:microsoft.com/office/officeart/2018/2/layout/IconVerticalSolidList"/>
    <dgm:cxn modelId="{15A47E2F-EA9E-4CCE-A6EF-2AA876D1FE32}" type="presParOf" srcId="{89829B57-F62A-4365-9C73-6D3D62466B1C}" destId="{EA7F0464-DCC4-49DB-88BF-1B265B558876}" srcOrd="2" destOrd="0" presId="urn:microsoft.com/office/officeart/2018/2/layout/IconVerticalSolidList"/>
    <dgm:cxn modelId="{B8A3AD72-9198-4B20-81A3-CAFD7E5A2DEF}" type="presParOf" srcId="{EA7F0464-DCC4-49DB-88BF-1B265B558876}" destId="{33C92154-191E-4516-B656-FA8FC34B733A}" srcOrd="0" destOrd="0" presId="urn:microsoft.com/office/officeart/2018/2/layout/IconVerticalSolidList"/>
    <dgm:cxn modelId="{19880AB3-32C7-4148-89BC-2209B68C83E1}" type="presParOf" srcId="{EA7F0464-DCC4-49DB-88BF-1B265B558876}" destId="{3A665C81-A7D7-4CB3-A307-FB104420EDBD}" srcOrd="1" destOrd="0" presId="urn:microsoft.com/office/officeart/2018/2/layout/IconVerticalSolidList"/>
    <dgm:cxn modelId="{5517DB7A-523F-4DAC-B3E4-FD28EE61D1E3}" type="presParOf" srcId="{EA7F0464-DCC4-49DB-88BF-1B265B558876}" destId="{42BE267F-9856-45BD-B178-92FC80BB1CE4}" srcOrd="2" destOrd="0" presId="urn:microsoft.com/office/officeart/2018/2/layout/IconVerticalSolidList"/>
    <dgm:cxn modelId="{E98F31AA-B342-4877-ADEF-0E45D55F16CD}" type="presParOf" srcId="{EA7F0464-DCC4-49DB-88BF-1B265B558876}" destId="{A510824C-6EB5-4A0D-8A86-ADAB5EEC3261}" srcOrd="3" destOrd="0" presId="urn:microsoft.com/office/officeart/2018/2/layout/IconVerticalSolidList"/>
    <dgm:cxn modelId="{F4D7AA1B-A901-4CA4-8C39-7F32AC11FEC2}" type="presParOf" srcId="{89829B57-F62A-4365-9C73-6D3D62466B1C}" destId="{BF258DCA-1025-4CAA-BA13-A5275D53F6CA}" srcOrd="3" destOrd="0" presId="urn:microsoft.com/office/officeart/2018/2/layout/IconVerticalSolidList"/>
    <dgm:cxn modelId="{80A42248-9DDA-4B19-BDEC-2485C1C91D99}" type="presParOf" srcId="{89829B57-F62A-4365-9C73-6D3D62466B1C}" destId="{F72AFF23-33FA-4A23-BF4F-7AF5B6ADBA5F}" srcOrd="4" destOrd="0" presId="urn:microsoft.com/office/officeart/2018/2/layout/IconVerticalSolidList"/>
    <dgm:cxn modelId="{EB7AD544-6E27-4439-9821-74E9A612C0F9}" type="presParOf" srcId="{F72AFF23-33FA-4A23-BF4F-7AF5B6ADBA5F}" destId="{4FC05310-EA4B-4FE7-B2FC-7A8B990280E3}" srcOrd="0" destOrd="0" presId="urn:microsoft.com/office/officeart/2018/2/layout/IconVerticalSolidList"/>
    <dgm:cxn modelId="{897081B2-5468-4279-A30D-C59B24981AE6}" type="presParOf" srcId="{F72AFF23-33FA-4A23-BF4F-7AF5B6ADBA5F}" destId="{18A8FFA4-95D0-4D81-8A1C-615A92B41025}" srcOrd="1" destOrd="0" presId="urn:microsoft.com/office/officeart/2018/2/layout/IconVerticalSolidList"/>
    <dgm:cxn modelId="{7A8A0F2E-0C76-4B0A-8257-D0CA0CA7C078}" type="presParOf" srcId="{F72AFF23-33FA-4A23-BF4F-7AF5B6ADBA5F}" destId="{5C9348FE-00A5-40DE-96E6-02846D555BAF}" srcOrd="2" destOrd="0" presId="urn:microsoft.com/office/officeart/2018/2/layout/IconVerticalSolidList"/>
    <dgm:cxn modelId="{9D35F501-A74E-4E99-ADEA-A3FC061A0171}" type="presParOf" srcId="{F72AFF23-33FA-4A23-BF4F-7AF5B6ADBA5F}" destId="{98CB908C-B1E9-452D-BA95-18F9976EB3D6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7CD1CD9C-126F-463D-BFF3-A9A0517C90A6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E6F2D1BA-C86D-4F59-8168-93032FA2F5A4}">
      <dgm:prSet/>
      <dgm:spPr/>
      <dgm:t>
        <a:bodyPr/>
        <a:lstStyle/>
        <a:p>
          <a:r>
            <a:rPr lang="en-US"/>
            <a:t>User Authentication</a:t>
          </a:r>
        </a:p>
      </dgm:t>
    </dgm:pt>
    <dgm:pt modelId="{4447DA08-87E8-4483-8D85-14E1B94ABF61}" type="parTrans" cxnId="{553714BC-72C7-4FDC-9C47-58BFF8A19181}">
      <dgm:prSet/>
      <dgm:spPr/>
      <dgm:t>
        <a:bodyPr/>
        <a:lstStyle/>
        <a:p>
          <a:endParaRPr lang="en-US"/>
        </a:p>
      </dgm:t>
    </dgm:pt>
    <dgm:pt modelId="{7A8A0E2C-7D3E-4A6D-A77D-388F8C490075}" type="sibTrans" cxnId="{553714BC-72C7-4FDC-9C47-58BFF8A19181}">
      <dgm:prSet/>
      <dgm:spPr/>
      <dgm:t>
        <a:bodyPr/>
        <a:lstStyle/>
        <a:p>
          <a:endParaRPr lang="en-US"/>
        </a:p>
      </dgm:t>
    </dgm:pt>
    <dgm:pt modelId="{820DFAE2-D878-461B-B83D-A3BA24CF8A07}">
      <dgm:prSet/>
      <dgm:spPr/>
      <dgm:t>
        <a:bodyPr/>
        <a:lstStyle/>
        <a:p>
          <a:r>
            <a:rPr lang="en-US"/>
            <a:t>Access Control Lists (ACLs)</a:t>
          </a:r>
        </a:p>
      </dgm:t>
    </dgm:pt>
    <dgm:pt modelId="{7C7BC0CA-134D-42CA-9DD2-B4C0FB3D2507}" type="parTrans" cxnId="{312CE7C5-D986-44EE-90D1-60EBE725DE55}">
      <dgm:prSet/>
      <dgm:spPr/>
      <dgm:t>
        <a:bodyPr/>
        <a:lstStyle/>
        <a:p>
          <a:endParaRPr lang="en-US"/>
        </a:p>
      </dgm:t>
    </dgm:pt>
    <dgm:pt modelId="{5DE69EE1-56B0-42AF-B3D3-C57A84157EEE}" type="sibTrans" cxnId="{312CE7C5-D986-44EE-90D1-60EBE725DE55}">
      <dgm:prSet/>
      <dgm:spPr/>
      <dgm:t>
        <a:bodyPr/>
        <a:lstStyle/>
        <a:p>
          <a:endParaRPr lang="en-US"/>
        </a:p>
      </dgm:t>
    </dgm:pt>
    <dgm:pt modelId="{46A68402-6559-40A2-B352-4B9C4B6CDD04}">
      <dgm:prSet/>
      <dgm:spPr/>
      <dgm:t>
        <a:bodyPr/>
        <a:lstStyle/>
        <a:p>
          <a:r>
            <a:rPr lang="en-US"/>
            <a:t>File System Encryption</a:t>
          </a:r>
        </a:p>
      </dgm:t>
    </dgm:pt>
    <dgm:pt modelId="{5883BBA8-0F2E-40AF-949F-0182F700CB1C}" type="parTrans" cxnId="{87E7D143-BC8B-4983-93A5-E5E65D6888AE}">
      <dgm:prSet/>
      <dgm:spPr/>
      <dgm:t>
        <a:bodyPr/>
        <a:lstStyle/>
        <a:p>
          <a:endParaRPr lang="en-US"/>
        </a:p>
      </dgm:t>
    </dgm:pt>
    <dgm:pt modelId="{9D61B37D-76F2-4417-9FCD-B38142BBB762}" type="sibTrans" cxnId="{87E7D143-BC8B-4983-93A5-E5E65D6888AE}">
      <dgm:prSet/>
      <dgm:spPr/>
      <dgm:t>
        <a:bodyPr/>
        <a:lstStyle/>
        <a:p>
          <a:endParaRPr lang="en-US"/>
        </a:p>
      </dgm:t>
    </dgm:pt>
    <dgm:pt modelId="{16A1937E-CA1E-42D6-BDA0-D7322C408374}">
      <dgm:prSet/>
      <dgm:spPr/>
      <dgm:t>
        <a:bodyPr/>
        <a:lstStyle/>
        <a:p>
          <a:r>
            <a:rPr lang="en-US"/>
            <a:t>Firewalls &amp; Intrusion Detection</a:t>
          </a:r>
        </a:p>
      </dgm:t>
    </dgm:pt>
    <dgm:pt modelId="{EA3CFBC5-EE13-4A44-B37E-3095FB0FC39F}" type="parTrans" cxnId="{038CF82B-4BDD-4906-955E-681ADA6596A5}">
      <dgm:prSet/>
      <dgm:spPr/>
      <dgm:t>
        <a:bodyPr/>
        <a:lstStyle/>
        <a:p>
          <a:endParaRPr lang="en-US"/>
        </a:p>
      </dgm:t>
    </dgm:pt>
    <dgm:pt modelId="{434EBB79-7E4B-489E-85EA-84D1779E63FD}" type="sibTrans" cxnId="{038CF82B-4BDD-4906-955E-681ADA6596A5}">
      <dgm:prSet/>
      <dgm:spPr/>
      <dgm:t>
        <a:bodyPr/>
        <a:lstStyle/>
        <a:p>
          <a:endParaRPr lang="en-US"/>
        </a:p>
      </dgm:t>
    </dgm:pt>
    <dgm:pt modelId="{5651F795-04ED-4949-825E-FF2DF963DC8A}">
      <dgm:prSet/>
      <dgm:spPr/>
      <dgm:t>
        <a:bodyPr/>
        <a:lstStyle/>
        <a:p>
          <a:r>
            <a:rPr lang="en-US"/>
            <a:t>Secure Boot &amp; Kernel Protection</a:t>
          </a:r>
        </a:p>
      </dgm:t>
    </dgm:pt>
    <dgm:pt modelId="{ECAE58E5-8C5A-4335-9956-4230C465C797}" type="parTrans" cxnId="{6FE0946F-9A73-4BCC-8DA4-BC0C07EA6230}">
      <dgm:prSet/>
      <dgm:spPr/>
      <dgm:t>
        <a:bodyPr/>
        <a:lstStyle/>
        <a:p>
          <a:endParaRPr lang="en-US"/>
        </a:p>
      </dgm:t>
    </dgm:pt>
    <dgm:pt modelId="{27CB19C8-4E38-44E2-A478-3EF3CCBBA285}" type="sibTrans" cxnId="{6FE0946F-9A73-4BCC-8DA4-BC0C07EA6230}">
      <dgm:prSet/>
      <dgm:spPr/>
      <dgm:t>
        <a:bodyPr/>
        <a:lstStyle/>
        <a:p>
          <a:endParaRPr lang="en-US"/>
        </a:p>
      </dgm:t>
    </dgm:pt>
    <dgm:pt modelId="{792CBD4E-1C49-4FBB-A6A6-5E8025D81205}" type="pres">
      <dgm:prSet presAssocID="{7CD1CD9C-126F-463D-BFF3-A9A0517C90A6}" presName="root" presStyleCnt="0">
        <dgm:presLayoutVars>
          <dgm:dir/>
          <dgm:resizeHandles val="exact"/>
        </dgm:presLayoutVars>
      </dgm:prSet>
      <dgm:spPr/>
    </dgm:pt>
    <dgm:pt modelId="{5711EB6C-4143-4723-8DA3-99C8B44D675E}" type="pres">
      <dgm:prSet presAssocID="{E6F2D1BA-C86D-4F59-8168-93032FA2F5A4}" presName="compNode" presStyleCnt="0"/>
      <dgm:spPr/>
    </dgm:pt>
    <dgm:pt modelId="{FE8AB2D7-3E40-4942-ADF1-0C59036E0CF3}" type="pres">
      <dgm:prSet presAssocID="{E6F2D1BA-C86D-4F59-8168-93032FA2F5A4}" presName="bgRect" presStyleLbl="bgShp" presStyleIdx="0" presStyleCnt="5"/>
      <dgm:spPr/>
    </dgm:pt>
    <dgm:pt modelId="{532212F4-B13C-4F55-925E-5F7B91AD1BB4}" type="pres">
      <dgm:prSet presAssocID="{E6F2D1BA-C86D-4F59-8168-93032FA2F5A4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ser"/>
        </a:ext>
      </dgm:extLst>
    </dgm:pt>
    <dgm:pt modelId="{00691FFA-F245-47BF-95E2-28A60318F66F}" type="pres">
      <dgm:prSet presAssocID="{E6F2D1BA-C86D-4F59-8168-93032FA2F5A4}" presName="spaceRect" presStyleCnt="0"/>
      <dgm:spPr/>
    </dgm:pt>
    <dgm:pt modelId="{5C970756-8ACD-4323-9780-FF008A79296E}" type="pres">
      <dgm:prSet presAssocID="{E6F2D1BA-C86D-4F59-8168-93032FA2F5A4}" presName="parTx" presStyleLbl="revTx" presStyleIdx="0" presStyleCnt="5">
        <dgm:presLayoutVars>
          <dgm:chMax val="0"/>
          <dgm:chPref val="0"/>
        </dgm:presLayoutVars>
      </dgm:prSet>
      <dgm:spPr/>
    </dgm:pt>
    <dgm:pt modelId="{266B3886-69A8-47C3-8051-A5EDFFAD2FA6}" type="pres">
      <dgm:prSet presAssocID="{7A8A0E2C-7D3E-4A6D-A77D-388F8C490075}" presName="sibTrans" presStyleCnt="0"/>
      <dgm:spPr/>
    </dgm:pt>
    <dgm:pt modelId="{F06D177E-DD4A-46B4-9FF0-CC3F30AB4F0A}" type="pres">
      <dgm:prSet presAssocID="{820DFAE2-D878-461B-B83D-A3BA24CF8A07}" presName="compNode" presStyleCnt="0"/>
      <dgm:spPr/>
    </dgm:pt>
    <dgm:pt modelId="{6EC14DC7-421F-494E-8096-39BEE0F33899}" type="pres">
      <dgm:prSet presAssocID="{820DFAE2-D878-461B-B83D-A3BA24CF8A07}" presName="bgRect" presStyleLbl="bgShp" presStyleIdx="1" presStyleCnt="5"/>
      <dgm:spPr/>
    </dgm:pt>
    <dgm:pt modelId="{F2D198D2-889D-4244-9927-C214BC8D1372}" type="pres">
      <dgm:prSet presAssocID="{820DFAE2-D878-461B-B83D-A3BA24CF8A07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 List"/>
        </a:ext>
      </dgm:extLst>
    </dgm:pt>
    <dgm:pt modelId="{BEA744F2-1688-4AF9-80A1-2F4F9985F35C}" type="pres">
      <dgm:prSet presAssocID="{820DFAE2-D878-461B-B83D-A3BA24CF8A07}" presName="spaceRect" presStyleCnt="0"/>
      <dgm:spPr/>
    </dgm:pt>
    <dgm:pt modelId="{937D733C-4FD7-4F5F-AC9B-2631B0B235EF}" type="pres">
      <dgm:prSet presAssocID="{820DFAE2-D878-461B-B83D-A3BA24CF8A07}" presName="parTx" presStyleLbl="revTx" presStyleIdx="1" presStyleCnt="5">
        <dgm:presLayoutVars>
          <dgm:chMax val="0"/>
          <dgm:chPref val="0"/>
        </dgm:presLayoutVars>
      </dgm:prSet>
      <dgm:spPr/>
    </dgm:pt>
    <dgm:pt modelId="{310DF325-AC62-4D2D-AC2E-BC6D3CEFD4B4}" type="pres">
      <dgm:prSet presAssocID="{5DE69EE1-56B0-42AF-B3D3-C57A84157EEE}" presName="sibTrans" presStyleCnt="0"/>
      <dgm:spPr/>
    </dgm:pt>
    <dgm:pt modelId="{DA598103-5ED1-4095-9249-46DF863D8B3D}" type="pres">
      <dgm:prSet presAssocID="{46A68402-6559-40A2-B352-4B9C4B6CDD04}" presName="compNode" presStyleCnt="0"/>
      <dgm:spPr/>
    </dgm:pt>
    <dgm:pt modelId="{F842C2AB-2200-42DC-B038-B1A2F6944E17}" type="pres">
      <dgm:prSet presAssocID="{46A68402-6559-40A2-B352-4B9C4B6CDD04}" presName="bgRect" presStyleLbl="bgShp" presStyleIdx="2" presStyleCnt="5"/>
      <dgm:spPr/>
    </dgm:pt>
    <dgm:pt modelId="{FE0AEFC3-344B-4706-9069-29F6D560964C}" type="pres">
      <dgm:prSet presAssocID="{46A68402-6559-40A2-B352-4B9C4B6CDD04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ock"/>
        </a:ext>
      </dgm:extLst>
    </dgm:pt>
    <dgm:pt modelId="{3297156B-CF5C-496B-9EE6-6E93D6E5B388}" type="pres">
      <dgm:prSet presAssocID="{46A68402-6559-40A2-B352-4B9C4B6CDD04}" presName="spaceRect" presStyleCnt="0"/>
      <dgm:spPr/>
    </dgm:pt>
    <dgm:pt modelId="{E5966F5E-1A79-4F30-B3D5-62B61A81AEFF}" type="pres">
      <dgm:prSet presAssocID="{46A68402-6559-40A2-B352-4B9C4B6CDD04}" presName="parTx" presStyleLbl="revTx" presStyleIdx="2" presStyleCnt="5">
        <dgm:presLayoutVars>
          <dgm:chMax val="0"/>
          <dgm:chPref val="0"/>
        </dgm:presLayoutVars>
      </dgm:prSet>
      <dgm:spPr/>
    </dgm:pt>
    <dgm:pt modelId="{345FD546-8880-41CB-B054-C554EEC01E98}" type="pres">
      <dgm:prSet presAssocID="{9D61B37D-76F2-4417-9FCD-B38142BBB762}" presName="sibTrans" presStyleCnt="0"/>
      <dgm:spPr/>
    </dgm:pt>
    <dgm:pt modelId="{265FA1E7-28D4-454D-807C-6F053C2A1F67}" type="pres">
      <dgm:prSet presAssocID="{16A1937E-CA1E-42D6-BDA0-D7322C408374}" presName="compNode" presStyleCnt="0"/>
      <dgm:spPr/>
    </dgm:pt>
    <dgm:pt modelId="{7458909A-6E7B-4D18-A32F-49867CB6CDAC}" type="pres">
      <dgm:prSet presAssocID="{16A1937E-CA1E-42D6-BDA0-D7322C408374}" presName="bgRect" presStyleLbl="bgShp" presStyleIdx="3" presStyleCnt="5"/>
      <dgm:spPr/>
    </dgm:pt>
    <dgm:pt modelId="{9D611393-59E1-4E02-AD48-C04A4FDC7437}" type="pres">
      <dgm:prSet presAssocID="{16A1937E-CA1E-42D6-BDA0-D7322C408374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ocessor"/>
        </a:ext>
      </dgm:extLst>
    </dgm:pt>
    <dgm:pt modelId="{CA1E2EE3-BA2E-45C9-B889-CFC37F30F6A2}" type="pres">
      <dgm:prSet presAssocID="{16A1937E-CA1E-42D6-BDA0-D7322C408374}" presName="spaceRect" presStyleCnt="0"/>
      <dgm:spPr/>
    </dgm:pt>
    <dgm:pt modelId="{4E2773EF-A79A-44C7-BA91-EA1F9E4F7E62}" type="pres">
      <dgm:prSet presAssocID="{16A1937E-CA1E-42D6-BDA0-D7322C408374}" presName="parTx" presStyleLbl="revTx" presStyleIdx="3" presStyleCnt="5">
        <dgm:presLayoutVars>
          <dgm:chMax val="0"/>
          <dgm:chPref val="0"/>
        </dgm:presLayoutVars>
      </dgm:prSet>
      <dgm:spPr/>
    </dgm:pt>
    <dgm:pt modelId="{136B5685-B4DB-4DC0-B85A-0CE10E44874A}" type="pres">
      <dgm:prSet presAssocID="{434EBB79-7E4B-489E-85EA-84D1779E63FD}" presName="sibTrans" presStyleCnt="0"/>
      <dgm:spPr/>
    </dgm:pt>
    <dgm:pt modelId="{1B79650D-DB77-4B1A-B734-899659A2CD8E}" type="pres">
      <dgm:prSet presAssocID="{5651F795-04ED-4949-825E-FF2DF963DC8A}" presName="compNode" presStyleCnt="0"/>
      <dgm:spPr/>
    </dgm:pt>
    <dgm:pt modelId="{C90DBE1A-CF2D-4531-82C3-B043C3606EC2}" type="pres">
      <dgm:prSet presAssocID="{5651F795-04ED-4949-825E-FF2DF963DC8A}" presName="bgRect" presStyleLbl="bgShp" presStyleIdx="4" presStyleCnt="5"/>
      <dgm:spPr/>
    </dgm:pt>
    <dgm:pt modelId="{6C196A61-40F4-49F6-889F-97B36AD33FDB}" type="pres">
      <dgm:prSet presAssocID="{5651F795-04ED-4949-825E-FF2DF963DC8A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rowser Window"/>
        </a:ext>
      </dgm:extLst>
    </dgm:pt>
    <dgm:pt modelId="{041F080A-0FCE-42B4-93FA-C8D484BAEBCA}" type="pres">
      <dgm:prSet presAssocID="{5651F795-04ED-4949-825E-FF2DF963DC8A}" presName="spaceRect" presStyleCnt="0"/>
      <dgm:spPr/>
    </dgm:pt>
    <dgm:pt modelId="{B8ADFB9D-BB6E-4F50-B408-6BD21DFCFFDB}" type="pres">
      <dgm:prSet presAssocID="{5651F795-04ED-4949-825E-FF2DF963DC8A}" presName="parTx" presStyleLbl="revTx" presStyleIdx="4" presStyleCnt="5">
        <dgm:presLayoutVars>
          <dgm:chMax val="0"/>
          <dgm:chPref val="0"/>
        </dgm:presLayoutVars>
      </dgm:prSet>
      <dgm:spPr/>
    </dgm:pt>
  </dgm:ptLst>
  <dgm:cxnLst>
    <dgm:cxn modelId="{607A1F17-3DBA-4A12-892C-4EEC0C2F704A}" type="presOf" srcId="{46A68402-6559-40A2-B352-4B9C4B6CDD04}" destId="{E5966F5E-1A79-4F30-B3D5-62B61A81AEFF}" srcOrd="0" destOrd="0" presId="urn:microsoft.com/office/officeart/2018/2/layout/IconVerticalSolidList"/>
    <dgm:cxn modelId="{4A8E5119-087B-45FF-BA51-491DEACEB0A4}" type="presOf" srcId="{7CD1CD9C-126F-463D-BFF3-A9A0517C90A6}" destId="{792CBD4E-1C49-4FBB-A6A6-5E8025D81205}" srcOrd="0" destOrd="0" presId="urn:microsoft.com/office/officeart/2018/2/layout/IconVerticalSolidList"/>
    <dgm:cxn modelId="{3C20BC28-39EE-4FC4-B525-F6C5D648DE52}" type="presOf" srcId="{5651F795-04ED-4949-825E-FF2DF963DC8A}" destId="{B8ADFB9D-BB6E-4F50-B408-6BD21DFCFFDB}" srcOrd="0" destOrd="0" presId="urn:microsoft.com/office/officeart/2018/2/layout/IconVerticalSolidList"/>
    <dgm:cxn modelId="{038CF82B-4BDD-4906-955E-681ADA6596A5}" srcId="{7CD1CD9C-126F-463D-BFF3-A9A0517C90A6}" destId="{16A1937E-CA1E-42D6-BDA0-D7322C408374}" srcOrd="3" destOrd="0" parTransId="{EA3CFBC5-EE13-4A44-B37E-3095FB0FC39F}" sibTransId="{434EBB79-7E4B-489E-85EA-84D1779E63FD}"/>
    <dgm:cxn modelId="{87E7D143-BC8B-4983-93A5-E5E65D6888AE}" srcId="{7CD1CD9C-126F-463D-BFF3-A9A0517C90A6}" destId="{46A68402-6559-40A2-B352-4B9C4B6CDD04}" srcOrd="2" destOrd="0" parTransId="{5883BBA8-0F2E-40AF-949F-0182F700CB1C}" sibTransId="{9D61B37D-76F2-4417-9FCD-B38142BBB762}"/>
    <dgm:cxn modelId="{738BBB68-A26C-4420-81EE-18A8051929A8}" type="presOf" srcId="{E6F2D1BA-C86D-4F59-8168-93032FA2F5A4}" destId="{5C970756-8ACD-4323-9780-FF008A79296E}" srcOrd="0" destOrd="0" presId="urn:microsoft.com/office/officeart/2018/2/layout/IconVerticalSolidList"/>
    <dgm:cxn modelId="{BD61B74C-7870-4747-9462-66CEC76E765B}" type="presOf" srcId="{820DFAE2-D878-461B-B83D-A3BA24CF8A07}" destId="{937D733C-4FD7-4F5F-AC9B-2631B0B235EF}" srcOrd="0" destOrd="0" presId="urn:microsoft.com/office/officeart/2018/2/layout/IconVerticalSolidList"/>
    <dgm:cxn modelId="{6FE0946F-9A73-4BCC-8DA4-BC0C07EA6230}" srcId="{7CD1CD9C-126F-463D-BFF3-A9A0517C90A6}" destId="{5651F795-04ED-4949-825E-FF2DF963DC8A}" srcOrd="4" destOrd="0" parTransId="{ECAE58E5-8C5A-4335-9956-4230C465C797}" sibTransId="{27CB19C8-4E38-44E2-A478-3EF3CCBBA285}"/>
    <dgm:cxn modelId="{BA6964A3-FB5C-4483-BA6D-70C215C1E228}" type="presOf" srcId="{16A1937E-CA1E-42D6-BDA0-D7322C408374}" destId="{4E2773EF-A79A-44C7-BA91-EA1F9E4F7E62}" srcOrd="0" destOrd="0" presId="urn:microsoft.com/office/officeart/2018/2/layout/IconVerticalSolidList"/>
    <dgm:cxn modelId="{553714BC-72C7-4FDC-9C47-58BFF8A19181}" srcId="{7CD1CD9C-126F-463D-BFF3-A9A0517C90A6}" destId="{E6F2D1BA-C86D-4F59-8168-93032FA2F5A4}" srcOrd="0" destOrd="0" parTransId="{4447DA08-87E8-4483-8D85-14E1B94ABF61}" sibTransId="{7A8A0E2C-7D3E-4A6D-A77D-388F8C490075}"/>
    <dgm:cxn modelId="{312CE7C5-D986-44EE-90D1-60EBE725DE55}" srcId="{7CD1CD9C-126F-463D-BFF3-A9A0517C90A6}" destId="{820DFAE2-D878-461B-B83D-A3BA24CF8A07}" srcOrd="1" destOrd="0" parTransId="{7C7BC0CA-134D-42CA-9DD2-B4C0FB3D2507}" sibTransId="{5DE69EE1-56B0-42AF-B3D3-C57A84157EEE}"/>
    <dgm:cxn modelId="{7E9720F5-2AA1-4926-A86F-E24232B9FF85}" type="presParOf" srcId="{792CBD4E-1C49-4FBB-A6A6-5E8025D81205}" destId="{5711EB6C-4143-4723-8DA3-99C8B44D675E}" srcOrd="0" destOrd="0" presId="urn:microsoft.com/office/officeart/2018/2/layout/IconVerticalSolidList"/>
    <dgm:cxn modelId="{DADE7C75-9E55-476E-AD3A-415286872C34}" type="presParOf" srcId="{5711EB6C-4143-4723-8DA3-99C8B44D675E}" destId="{FE8AB2D7-3E40-4942-ADF1-0C59036E0CF3}" srcOrd="0" destOrd="0" presId="urn:microsoft.com/office/officeart/2018/2/layout/IconVerticalSolidList"/>
    <dgm:cxn modelId="{F61A4A81-F4EF-4C26-824A-1E0F73EBD9C8}" type="presParOf" srcId="{5711EB6C-4143-4723-8DA3-99C8B44D675E}" destId="{532212F4-B13C-4F55-925E-5F7B91AD1BB4}" srcOrd="1" destOrd="0" presId="urn:microsoft.com/office/officeart/2018/2/layout/IconVerticalSolidList"/>
    <dgm:cxn modelId="{16FA47B9-E38D-4A43-995C-9A24725A80E1}" type="presParOf" srcId="{5711EB6C-4143-4723-8DA3-99C8B44D675E}" destId="{00691FFA-F245-47BF-95E2-28A60318F66F}" srcOrd="2" destOrd="0" presId="urn:microsoft.com/office/officeart/2018/2/layout/IconVerticalSolidList"/>
    <dgm:cxn modelId="{71F78048-65DD-4F0F-9DD2-697FAFCDC1B8}" type="presParOf" srcId="{5711EB6C-4143-4723-8DA3-99C8B44D675E}" destId="{5C970756-8ACD-4323-9780-FF008A79296E}" srcOrd="3" destOrd="0" presId="urn:microsoft.com/office/officeart/2018/2/layout/IconVerticalSolidList"/>
    <dgm:cxn modelId="{A193ED56-D62B-4852-965D-0624409E7A40}" type="presParOf" srcId="{792CBD4E-1C49-4FBB-A6A6-5E8025D81205}" destId="{266B3886-69A8-47C3-8051-A5EDFFAD2FA6}" srcOrd="1" destOrd="0" presId="urn:microsoft.com/office/officeart/2018/2/layout/IconVerticalSolidList"/>
    <dgm:cxn modelId="{6D87D73D-8BDD-4CEB-8284-7C6D2ACE2748}" type="presParOf" srcId="{792CBD4E-1C49-4FBB-A6A6-5E8025D81205}" destId="{F06D177E-DD4A-46B4-9FF0-CC3F30AB4F0A}" srcOrd="2" destOrd="0" presId="urn:microsoft.com/office/officeart/2018/2/layout/IconVerticalSolidList"/>
    <dgm:cxn modelId="{09EB8599-8F0C-4A48-8A21-4946D43FE888}" type="presParOf" srcId="{F06D177E-DD4A-46B4-9FF0-CC3F30AB4F0A}" destId="{6EC14DC7-421F-494E-8096-39BEE0F33899}" srcOrd="0" destOrd="0" presId="urn:microsoft.com/office/officeart/2018/2/layout/IconVerticalSolidList"/>
    <dgm:cxn modelId="{C489886E-E1B3-4C9D-AFDA-A3C22619EB77}" type="presParOf" srcId="{F06D177E-DD4A-46B4-9FF0-CC3F30AB4F0A}" destId="{F2D198D2-889D-4244-9927-C214BC8D1372}" srcOrd="1" destOrd="0" presId="urn:microsoft.com/office/officeart/2018/2/layout/IconVerticalSolidList"/>
    <dgm:cxn modelId="{06537E37-276F-42DD-A083-7E04941B8E4F}" type="presParOf" srcId="{F06D177E-DD4A-46B4-9FF0-CC3F30AB4F0A}" destId="{BEA744F2-1688-4AF9-80A1-2F4F9985F35C}" srcOrd="2" destOrd="0" presId="urn:microsoft.com/office/officeart/2018/2/layout/IconVerticalSolidList"/>
    <dgm:cxn modelId="{C686E022-6153-464F-934D-627BFE2317EF}" type="presParOf" srcId="{F06D177E-DD4A-46B4-9FF0-CC3F30AB4F0A}" destId="{937D733C-4FD7-4F5F-AC9B-2631B0B235EF}" srcOrd="3" destOrd="0" presId="urn:microsoft.com/office/officeart/2018/2/layout/IconVerticalSolidList"/>
    <dgm:cxn modelId="{5C379DC1-1D8B-4409-8A2C-BA72EC64CC05}" type="presParOf" srcId="{792CBD4E-1C49-4FBB-A6A6-5E8025D81205}" destId="{310DF325-AC62-4D2D-AC2E-BC6D3CEFD4B4}" srcOrd="3" destOrd="0" presId="urn:microsoft.com/office/officeart/2018/2/layout/IconVerticalSolidList"/>
    <dgm:cxn modelId="{8FAF343A-E921-4B5B-B544-A0CF080BC1AA}" type="presParOf" srcId="{792CBD4E-1C49-4FBB-A6A6-5E8025D81205}" destId="{DA598103-5ED1-4095-9249-46DF863D8B3D}" srcOrd="4" destOrd="0" presId="urn:microsoft.com/office/officeart/2018/2/layout/IconVerticalSolidList"/>
    <dgm:cxn modelId="{8E925666-7FBB-4233-B44A-0B5E2ED83249}" type="presParOf" srcId="{DA598103-5ED1-4095-9249-46DF863D8B3D}" destId="{F842C2AB-2200-42DC-B038-B1A2F6944E17}" srcOrd="0" destOrd="0" presId="urn:microsoft.com/office/officeart/2018/2/layout/IconVerticalSolidList"/>
    <dgm:cxn modelId="{C4A67F49-D62C-4713-AB7E-F748C103BBB8}" type="presParOf" srcId="{DA598103-5ED1-4095-9249-46DF863D8B3D}" destId="{FE0AEFC3-344B-4706-9069-29F6D560964C}" srcOrd="1" destOrd="0" presId="urn:microsoft.com/office/officeart/2018/2/layout/IconVerticalSolidList"/>
    <dgm:cxn modelId="{EEFB30EE-F72A-433C-AE6E-D78606C90175}" type="presParOf" srcId="{DA598103-5ED1-4095-9249-46DF863D8B3D}" destId="{3297156B-CF5C-496B-9EE6-6E93D6E5B388}" srcOrd="2" destOrd="0" presId="urn:microsoft.com/office/officeart/2018/2/layout/IconVerticalSolidList"/>
    <dgm:cxn modelId="{69D8F827-4283-4503-B842-B3A57AA9C9DF}" type="presParOf" srcId="{DA598103-5ED1-4095-9249-46DF863D8B3D}" destId="{E5966F5E-1A79-4F30-B3D5-62B61A81AEFF}" srcOrd="3" destOrd="0" presId="urn:microsoft.com/office/officeart/2018/2/layout/IconVerticalSolidList"/>
    <dgm:cxn modelId="{4639F258-71F1-495E-83A2-0EBB6BEC7AF8}" type="presParOf" srcId="{792CBD4E-1C49-4FBB-A6A6-5E8025D81205}" destId="{345FD546-8880-41CB-B054-C554EEC01E98}" srcOrd="5" destOrd="0" presId="urn:microsoft.com/office/officeart/2018/2/layout/IconVerticalSolidList"/>
    <dgm:cxn modelId="{AC8DBD22-B4B8-4340-AB61-AC11323ECCBC}" type="presParOf" srcId="{792CBD4E-1C49-4FBB-A6A6-5E8025D81205}" destId="{265FA1E7-28D4-454D-807C-6F053C2A1F67}" srcOrd="6" destOrd="0" presId="urn:microsoft.com/office/officeart/2018/2/layout/IconVerticalSolidList"/>
    <dgm:cxn modelId="{05C87426-2339-4588-B78A-699B2CF3B4DC}" type="presParOf" srcId="{265FA1E7-28D4-454D-807C-6F053C2A1F67}" destId="{7458909A-6E7B-4D18-A32F-49867CB6CDAC}" srcOrd="0" destOrd="0" presId="urn:microsoft.com/office/officeart/2018/2/layout/IconVerticalSolidList"/>
    <dgm:cxn modelId="{8D3DFDF9-5597-42A6-820E-4325CD1C16C8}" type="presParOf" srcId="{265FA1E7-28D4-454D-807C-6F053C2A1F67}" destId="{9D611393-59E1-4E02-AD48-C04A4FDC7437}" srcOrd="1" destOrd="0" presId="urn:microsoft.com/office/officeart/2018/2/layout/IconVerticalSolidList"/>
    <dgm:cxn modelId="{33A5A99A-E1D4-4BA4-B93D-E8C52AB09FE1}" type="presParOf" srcId="{265FA1E7-28D4-454D-807C-6F053C2A1F67}" destId="{CA1E2EE3-BA2E-45C9-B889-CFC37F30F6A2}" srcOrd="2" destOrd="0" presId="urn:microsoft.com/office/officeart/2018/2/layout/IconVerticalSolidList"/>
    <dgm:cxn modelId="{BAFCC39B-C2A1-46F4-AB50-E222298642B9}" type="presParOf" srcId="{265FA1E7-28D4-454D-807C-6F053C2A1F67}" destId="{4E2773EF-A79A-44C7-BA91-EA1F9E4F7E62}" srcOrd="3" destOrd="0" presId="urn:microsoft.com/office/officeart/2018/2/layout/IconVerticalSolidList"/>
    <dgm:cxn modelId="{BB062A4E-2FCC-41D3-8D54-BDB9473A3A47}" type="presParOf" srcId="{792CBD4E-1C49-4FBB-A6A6-5E8025D81205}" destId="{136B5685-B4DB-4DC0-B85A-0CE10E44874A}" srcOrd="7" destOrd="0" presId="urn:microsoft.com/office/officeart/2018/2/layout/IconVerticalSolidList"/>
    <dgm:cxn modelId="{A1BCE7B5-DE9A-4FE8-8835-1678A4F94F52}" type="presParOf" srcId="{792CBD4E-1C49-4FBB-A6A6-5E8025D81205}" destId="{1B79650D-DB77-4B1A-B734-899659A2CD8E}" srcOrd="8" destOrd="0" presId="urn:microsoft.com/office/officeart/2018/2/layout/IconVerticalSolidList"/>
    <dgm:cxn modelId="{ABC87C8B-9F4F-4BE2-9B21-149606E1B4B3}" type="presParOf" srcId="{1B79650D-DB77-4B1A-B734-899659A2CD8E}" destId="{C90DBE1A-CF2D-4531-82C3-B043C3606EC2}" srcOrd="0" destOrd="0" presId="urn:microsoft.com/office/officeart/2018/2/layout/IconVerticalSolidList"/>
    <dgm:cxn modelId="{6BBA4241-B35E-45DE-A0F5-3DB911A461DC}" type="presParOf" srcId="{1B79650D-DB77-4B1A-B734-899659A2CD8E}" destId="{6C196A61-40F4-49F6-889F-97B36AD33FDB}" srcOrd="1" destOrd="0" presId="urn:microsoft.com/office/officeart/2018/2/layout/IconVerticalSolidList"/>
    <dgm:cxn modelId="{C23706C4-EF6E-46CD-909E-EC4BEC9646B4}" type="presParOf" srcId="{1B79650D-DB77-4B1A-B734-899659A2CD8E}" destId="{041F080A-0FCE-42B4-93FA-C8D484BAEBCA}" srcOrd="2" destOrd="0" presId="urn:microsoft.com/office/officeart/2018/2/layout/IconVerticalSolidList"/>
    <dgm:cxn modelId="{B7719161-24A9-46C3-ACB5-49B9A15E9F86}" type="presParOf" srcId="{1B79650D-DB77-4B1A-B734-899659A2CD8E}" destId="{B8ADFB9D-BB6E-4F50-B408-6BD21DFCFFDB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{78B8F6D0-5E98-470E-B79F-27B2F54DB0A4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A7C77C73-0192-42D1-817E-7EFBD40CD255}">
      <dgm:prSet/>
      <dgm:spPr/>
      <dgm:t>
        <a:bodyPr/>
        <a:lstStyle/>
        <a:p>
          <a:r>
            <a:rPr lang="en-US"/>
            <a:t>Sandboxing &amp; Process Isolation</a:t>
          </a:r>
        </a:p>
      </dgm:t>
    </dgm:pt>
    <dgm:pt modelId="{19FFED5A-7239-4F9E-B698-3AE5DEC88BC8}" type="parTrans" cxnId="{0269D42A-359C-44A1-A983-3845AFD9634B}">
      <dgm:prSet/>
      <dgm:spPr/>
      <dgm:t>
        <a:bodyPr/>
        <a:lstStyle/>
        <a:p>
          <a:endParaRPr lang="en-US"/>
        </a:p>
      </dgm:t>
    </dgm:pt>
    <dgm:pt modelId="{41D52F4E-08D7-4142-B38B-56D7E35FAC93}" type="sibTrans" cxnId="{0269D42A-359C-44A1-A983-3845AFD9634B}">
      <dgm:prSet/>
      <dgm:spPr/>
      <dgm:t>
        <a:bodyPr/>
        <a:lstStyle/>
        <a:p>
          <a:endParaRPr lang="en-US"/>
        </a:p>
      </dgm:t>
    </dgm:pt>
    <dgm:pt modelId="{58D8A340-0965-4FF7-AD3D-B8EBA6EB2943}">
      <dgm:prSet/>
      <dgm:spPr/>
      <dgm:t>
        <a:bodyPr/>
        <a:lstStyle/>
        <a:p>
          <a:r>
            <a:rPr lang="en-US"/>
            <a:t>Patch Management</a:t>
          </a:r>
        </a:p>
      </dgm:t>
    </dgm:pt>
    <dgm:pt modelId="{BE32AF19-179D-441B-B400-054B8C02EFB6}" type="parTrans" cxnId="{4752AC96-7BE2-43D0-AEA6-8EA2BF7FCE9A}">
      <dgm:prSet/>
      <dgm:spPr/>
      <dgm:t>
        <a:bodyPr/>
        <a:lstStyle/>
        <a:p>
          <a:endParaRPr lang="en-US"/>
        </a:p>
      </dgm:t>
    </dgm:pt>
    <dgm:pt modelId="{1E8FB40B-8F61-44F0-846D-8DA8317D5769}" type="sibTrans" cxnId="{4752AC96-7BE2-43D0-AEA6-8EA2BF7FCE9A}">
      <dgm:prSet/>
      <dgm:spPr/>
      <dgm:t>
        <a:bodyPr/>
        <a:lstStyle/>
        <a:p>
          <a:endParaRPr lang="en-US"/>
        </a:p>
      </dgm:t>
    </dgm:pt>
    <dgm:pt modelId="{7C8EB727-AFAE-4779-B317-E6EA10D26DB6}">
      <dgm:prSet/>
      <dgm:spPr/>
      <dgm:t>
        <a:bodyPr/>
        <a:lstStyle/>
        <a:p>
          <a:r>
            <a:rPr lang="en-US"/>
            <a:t>Malware Protection &amp; Integrity Checking</a:t>
          </a:r>
        </a:p>
      </dgm:t>
    </dgm:pt>
    <dgm:pt modelId="{F95E0DD9-946E-423F-9D2D-4F6607B2F5D7}" type="parTrans" cxnId="{C5AE016E-F14A-434D-9D1E-455FEF48196C}">
      <dgm:prSet/>
      <dgm:spPr/>
      <dgm:t>
        <a:bodyPr/>
        <a:lstStyle/>
        <a:p>
          <a:endParaRPr lang="en-US"/>
        </a:p>
      </dgm:t>
    </dgm:pt>
    <dgm:pt modelId="{4CDEFE60-E4E5-4998-A431-6C6427071534}" type="sibTrans" cxnId="{C5AE016E-F14A-434D-9D1E-455FEF48196C}">
      <dgm:prSet/>
      <dgm:spPr/>
      <dgm:t>
        <a:bodyPr/>
        <a:lstStyle/>
        <a:p>
          <a:endParaRPr lang="en-US"/>
        </a:p>
      </dgm:t>
    </dgm:pt>
    <dgm:pt modelId="{B10CA85E-0AF9-4B9C-A6CC-5F89AA894DEC}">
      <dgm:prSet/>
      <dgm:spPr/>
      <dgm:t>
        <a:bodyPr/>
        <a:lstStyle/>
        <a:p>
          <a:r>
            <a:rPr lang="en-US"/>
            <a:t>Audit Logs &amp; Security Monitoring</a:t>
          </a:r>
        </a:p>
      </dgm:t>
    </dgm:pt>
    <dgm:pt modelId="{D73DF6D1-7E10-460E-9040-88D71FD92805}" type="parTrans" cxnId="{26EF0014-9D4D-4C68-BC7D-49476675782C}">
      <dgm:prSet/>
      <dgm:spPr/>
      <dgm:t>
        <a:bodyPr/>
        <a:lstStyle/>
        <a:p>
          <a:endParaRPr lang="en-US"/>
        </a:p>
      </dgm:t>
    </dgm:pt>
    <dgm:pt modelId="{480854A7-D2CC-42EF-8667-A4FE60EC1ED4}" type="sibTrans" cxnId="{26EF0014-9D4D-4C68-BC7D-49476675782C}">
      <dgm:prSet/>
      <dgm:spPr/>
      <dgm:t>
        <a:bodyPr/>
        <a:lstStyle/>
        <a:p>
          <a:endParaRPr lang="en-US"/>
        </a:p>
      </dgm:t>
    </dgm:pt>
    <dgm:pt modelId="{771A5471-35D9-41FB-9E38-775B63CA80E9}">
      <dgm:prSet/>
      <dgm:spPr/>
      <dgm:t>
        <a:bodyPr/>
        <a:lstStyle/>
        <a:p>
          <a:r>
            <a:rPr lang="en-US"/>
            <a:t>Backup &amp; Recovery Mechanisms</a:t>
          </a:r>
        </a:p>
      </dgm:t>
    </dgm:pt>
    <dgm:pt modelId="{D86EB277-3049-40B2-993B-5FE703589AD9}" type="parTrans" cxnId="{E7DA7267-C3E5-4E1D-A4C9-893D88DF5E64}">
      <dgm:prSet/>
      <dgm:spPr/>
      <dgm:t>
        <a:bodyPr/>
        <a:lstStyle/>
        <a:p>
          <a:endParaRPr lang="en-US"/>
        </a:p>
      </dgm:t>
    </dgm:pt>
    <dgm:pt modelId="{6B3E62FA-2372-4959-AAC3-3DD8B4573CA7}" type="sibTrans" cxnId="{E7DA7267-C3E5-4E1D-A4C9-893D88DF5E64}">
      <dgm:prSet/>
      <dgm:spPr/>
      <dgm:t>
        <a:bodyPr/>
        <a:lstStyle/>
        <a:p>
          <a:endParaRPr lang="en-US"/>
        </a:p>
      </dgm:t>
    </dgm:pt>
    <dgm:pt modelId="{C8622A44-0BB9-4F74-A617-C05994215D85}" type="pres">
      <dgm:prSet presAssocID="{78B8F6D0-5E98-470E-B79F-27B2F54DB0A4}" presName="root" presStyleCnt="0">
        <dgm:presLayoutVars>
          <dgm:dir/>
          <dgm:resizeHandles val="exact"/>
        </dgm:presLayoutVars>
      </dgm:prSet>
      <dgm:spPr/>
    </dgm:pt>
    <dgm:pt modelId="{0670AD2B-F763-4B33-B1F8-B3578022A502}" type="pres">
      <dgm:prSet presAssocID="{A7C77C73-0192-42D1-817E-7EFBD40CD255}" presName="compNode" presStyleCnt="0"/>
      <dgm:spPr/>
    </dgm:pt>
    <dgm:pt modelId="{2B5E392D-3BE6-473C-9994-C2B4656190E4}" type="pres">
      <dgm:prSet presAssocID="{A7C77C73-0192-42D1-817E-7EFBD40CD255}" presName="bgRect" presStyleLbl="bgShp" presStyleIdx="0" presStyleCnt="5"/>
      <dgm:spPr/>
    </dgm:pt>
    <dgm:pt modelId="{AE29330E-4CC3-4E21-B36A-49255F63BCF8}" type="pres">
      <dgm:prSet presAssocID="{A7C77C73-0192-42D1-817E-7EFBD40CD255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isconnected"/>
        </a:ext>
      </dgm:extLst>
    </dgm:pt>
    <dgm:pt modelId="{18E82651-9932-402D-B281-EAA1A934166C}" type="pres">
      <dgm:prSet presAssocID="{A7C77C73-0192-42D1-817E-7EFBD40CD255}" presName="spaceRect" presStyleCnt="0"/>
      <dgm:spPr/>
    </dgm:pt>
    <dgm:pt modelId="{FF73F5A6-6B30-4C55-830F-FE5B0F621FB9}" type="pres">
      <dgm:prSet presAssocID="{A7C77C73-0192-42D1-817E-7EFBD40CD255}" presName="parTx" presStyleLbl="revTx" presStyleIdx="0" presStyleCnt="5">
        <dgm:presLayoutVars>
          <dgm:chMax val="0"/>
          <dgm:chPref val="0"/>
        </dgm:presLayoutVars>
      </dgm:prSet>
      <dgm:spPr/>
    </dgm:pt>
    <dgm:pt modelId="{99B8FF26-3369-43CD-924B-AC3B6D177C57}" type="pres">
      <dgm:prSet presAssocID="{41D52F4E-08D7-4142-B38B-56D7E35FAC93}" presName="sibTrans" presStyleCnt="0"/>
      <dgm:spPr/>
    </dgm:pt>
    <dgm:pt modelId="{051E7050-3D20-40C8-A8C8-2F43F5043B01}" type="pres">
      <dgm:prSet presAssocID="{58D8A340-0965-4FF7-AD3D-B8EBA6EB2943}" presName="compNode" presStyleCnt="0"/>
      <dgm:spPr/>
    </dgm:pt>
    <dgm:pt modelId="{44F68157-E874-4FDB-8423-F77DBDF37A19}" type="pres">
      <dgm:prSet presAssocID="{58D8A340-0965-4FF7-AD3D-B8EBA6EB2943}" presName="bgRect" presStyleLbl="bgShp" presStyleIdx="1" presStyleCnt="5"/>
      <dgm:spPr/>
    </dgm:pt>
    <dgm:pt modelId="{192254C8-52A9-4DDC-A756-58B7C78DFA5F}" type="pres">
      <dgm:prSet presAssocID="{58D8A340-0965-4FF7-AD3D-B8EBA6EB2943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C04A4A85-6308-4FA6-B22F-8956AA5386CF}" type="pres">
      <dgm:prSet presAssocID="{58D8A340-0965-4FF7-AD3D-B8EBA6EB2943}" presName="spaceRect" presStyleCnt="0"/>
      <dgm:spPr/>
    </dgm:pt>
    <dgm:pt modelId="{CD3D1C60-2748-4D19-8A8B-55F4F7056A7D}" type="pres">
      <dgm:prSet presAssocID="{58D8A340-0965-4FF7-AD3D-B8EBA6EB2943}" presName="parTx" presStyleLbl="revTx" presStyleIdx="1" presStyleCnt="5">
        <dgm:presLayoutVars>
          <dgm:chMax val="0"/>
          <dgm:chPref val="0"/>
        </dgm:presLayoutVars>
      </dgm:prSet>
      <dgm:spPr/>
    </dgm:pt>
    <dgm:pt modelId="{E6EC62C8-34F3-4BCB-9077-F627C0502479}" type="pres">
      <dgm:prSet presAssocID="{1E8FB40B-8F61-44F0-846D-8DA8317D5769}" presName="sibTrans" presStyleCnt="0"/>
      <dgm:spPr/>
    </dgm:pt>
    <dgm:pt modelId="{17F0376E-F539-467C-98AD-FC580BA3B1DA}" type="pres">
      <dgm:prSet presAssocID="{7C8EB727-AFAE-4779-B317-E6EA10D26DB6}" presName="compNode" presStyleCnt="0"/>
      <dgm:spPr/>
    </dgm:pt>
    <dgm:pt modelId="{452070B3-E2A8-45EE-A22B-DE910B65A71E}" type="pres">
      <dgm:prSet presAssocID="{7C8EB727-AFAE-4779-B317-E6EA10D26DB6}" presName="bgRect" presStyleLbl="bgShp" presStyleIdx="2" presStyleCnt="5"/>
      <dgm:spPr/>
    </dgm:pt>
    <dgm:pt modelId="{25AD87F1-6ED3-4132-8AB0-B9F678DB2911}" type="pres">
      <dgm:prSet presAssocID="{7C8EB727-AFAE-4779-B317-E6EA10D26DB6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ug"/>
        </a:ext>
      </dgm:extLst>
    </dgm:pt>
    <dgm:pt modelId="{0F8F0D83-FC2D-48B1-B65B-3A5EE0DA35E3}" type="pres">
      <dgm:prSet presAssocID="{7C8EB727-AFAE-4779-B317-E6EA10D26DB6}" presName="spaceRect" presStyleCnt="0"/>
      <dgm:spPr/>
    </dgm:pt>
    <dgm:pt modelId="{80F7F0C0-983E-4B2D-BF39-B24A9D97C345}" type="pres">
      <dgm:prSet presAssocID="{7C8EB727-AFAE-4779-B317-E6EA10D26DB6}" presName="parTx" presStyleLbl="revTx" presStyleIdx="2" presStyleCnt="5">
        <dgm:presLayoutVars>
          <dgm:chMax val="0"/>
          <dgm:chPref val="0"/>
        </dgm:presLayoutVars>
      </dgm:prSet>
      <dgm:spPr/>
    </dgm:pt>
    <dgm:pt modelId="{A1AACFBD-BC7D-488C-A6DC-CB7707E73ED5}" type="pres">
      <dgm:prSet presAssocID="{4CDEFE60-E4E5-4998-A431-6C6427071534}" presName="sibTrans" presStyleCnt="0"/>
      <dgm:spPr/>
    </dgm:pt>
    <dgm:pt modelId="{B26311CE-2214-4127-B781-08FBCA549F68}" type="pres">
      <dgm:prSet presAssocID="{B10CA85E-0AF9-4B9C-A6CC-5F89AA894DEC}" presName="compNode" presStyleCnt="0"/>
      <dgm:spPr/>
    </dgm:pt>
    <dgm:pt modelId="{7D80E581-D73B-41EC-8AB9-46FD8CDE8069}" type="pres">
      <dgm:prSet presAssocID="{B10CA85E-0AF9-4B9C-A6CC-5F89AA894DEC}" presName="bgRect" presStyleLbl="bgShp" presStyleIdx="3" presStyleCnt="5"/>
      <dgm:spPr/>
    </dgm:pt>
    <dgm:pt modelId="{8BC4A99B-EC3A-47AD-817F-3EFCF2348010}" type="pres">
      <dgm:prSet presAssocID="{B10CA85E-0AF9-4B9C-A6CC-5F89AA894DEC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ock"/>
        </a:ext>
      </dgm:extLst>
    </dgm:pt>
    <dgm:pt modelId="{C6148D6D-0340-43CC-AA5D-DD5A76DE33DF}" type="pres">
      <dgm:prSet presAssocID="{B10CA85E-0AF9-4B9C-A6CC-5F89AA894DEC}" presName="spaceRect" presStyleCnt="0"/>
      <dgm:spPr/>
    </dgm:pt>
    <dgm:pt modelId="{9F1EBC3E-CDB6-4ED4-9062-D26E321D4B39}" type="pres">
      <dgm:prSet presAssocID="{B10CA85E-0AF9-4B9C-A6CC-5F89AA894DEC}" presName="parTx" presStyleLbl="revTx" presStyleIdx="3" presStyleCnt="5">
        <dgm:presLayoutVars>
          <dgm:chMax val="0"/>
          <dgm:chPref val="0"/>
        </dgm:presLayoutVars>
      </dgm:prSet>
      <dgm:spPr/>
    </dgm:pt>
    <dgm:pt modelId="{D94CA9FB-B5EF-4A64-AB48-6D68CB07E35B}" type="pres">
      <dgm:prSet presAssocID="{480854A7-D2CC-42EF-8667-A4FE60EC1ED4}" presName="sibTrans" presStyleCnt="0"/>
      <dgm:spPr/>
    </dgm:pt>
    <dgm:pt modelId="{AF50EFDC-607D-49E9-BFEC-DE8E329AAAE8}" type="pres">
      <dgm:prSet presAssocID="{771A5471-35D9-41FB-9E38-775B63CA80E9}" presName="compNode" presStyleCnt="0"/>
      <dgm:spPr/>
    </dgm:pt>
    <dgm:pt modelId="{DDBA8266-0945-4A75-B42F-F42F6CCED31A}" type="pres">
      <dgm:prSet presAssocID="{771A5471-35D9-41FB-9E38-775B63CA80E9}" presName="bgRect" presStyleLbl="bgShp" presStyleIdx="4" presStyleCnt="5"/>
      <dgm:spPr/>
    </dgm:pt>
    <dgm:pt modelId="{594D8B07-1184-4CBF-A31B-9B5CB73273B8}" type="pres">
      <dgm:prSet presAssocID="{771A5471-35D9-41FB-9E38-775B63CA80E9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isk"/>
        </a:ext>
      </dgm:extLst>
    </dgm:pt>
    <dgm:pt modelId="{8F22DABD-608E-4066-B772-D406548C8D14}" type="pres">
      <dgm:prSet presAssocID="{771A5471-35D9-41FB-9E38-775B63CA80E9}" presName="spaceRect" presStyleCnt="0"/>
      <dgm:spPr/>
    </dgm:pt>
    <dgm:pt modelId="{532F78E3-94FE-4991-84A3-88FEA135B7E4}" type="pres">
      <dgm:prSet presAssocID="{771A5471-35D9-41FB-9E38-775B63CA80E9}" presName="parTx" presStyleLbl="revTx" presStyleIdx="4" presStyleCnt="5">
        <dgm:presLayoutVars>
          <dgm:chMax val="0"/>
          <dgm:chPref val="0"/>
        </dgm:presLayoutVars>
      </dgm:prSet>
      <dgm:spPr/>
    </dgm:pt>
  </dgm:ptLst>
  <dgm:cxnLst>
    <dgm:cxn modelId="{26EF0014-9D4D-4C68-BC7D-49476675782C}" srcId="{78B8F6D0-5E98-470E-B79F-27B2F54DB0A4}" destId="{B10CA85E-0AF9-4B9C-A6CC-5F89AA894DEC}" srcOrd="3" destOrd="0" parTransId="{D73DF6D1-7E10-460E-9040-88D71FD92805}" sibTransId="{480854A7-D2CC-42EF-8667-A4FE60EC1ED4}"/>
    <dgm:cxn modelId="{0269D42A-359C-44A1-A983-3845AFD9634B}" srcId="{78B8F6D0-5E98-470E-B79F-27B2F54DB0A4}" destId="{A7C77C73-0192-42D1-817E-7EFBD40CD255}" srcOrd="0" destOrd="0" parTransId="{19FFED5A-7239-4F9E-B698-3AE5DEC88BC8}" sibTransId="{41D52F4E-08D7-4142-B38B-56D7E35FAC93}"/>
    <dgm:cxn modelId="{63EA6B37-F920-448E-AFF9-528DE771D30B}" type="presOf" srcId="{A7C77C73-0192-42D1-817E-7EFBD40CD255}" destId="{FF73F5A6-6B30-4C55-830F-FE5B0F621FB9}" srcOrd="0" destOrd="0" presId="urn:microsoft.com/office/officeart/2018/2/layout/IconVerticalSolidList"/>
    <dgm:cxn modelId="{E7DA7267-C3E5-4E1D-A4C9-893D88DF5E64}" srcId="{78B8F6D0-5E98-470E-B79F-27B2F54DB0A4}" destId="{771A5471-35D9-41FB-9E38-775B63CA80E9}" srcOrd="4" destOrd="0" parTransId="{D86EB277-3049-40B2-993B-5FE703589AD9}" sibTransId="{6B3E62FA-2372-4959-AAC3-3DD8B4573CA7}"/>
    <dgm:cxn modelId="{C5AE016E-F14A-434D-9D1E-455FEF48196C}" srcId="{78B8F6D0-5E98-470E-B79F-27B2F54DB0A4}" destId="{7C8EB727-AFAE-4779-B317-E6EA10D26DB6}" srcOrd="2" destOrd="0" parTransId="{F95E0DD9-946E-423F-9D2D-4F6607B2F5D7}" sibTransId="{4CDEFE60-E4E5-4998-A431-6C6427071534}"/>
    <dgm:cxn modelId="{4752AC96-7BE2-43D0-AEA6-8EA2BF7FCE9A}" srcId="{78B8F6D0-5E98-470E-B79F-27B2F54DB0A4}" destId="{58D8A340-0965-4FF7-AD3D-B8EBA6EB2943}" srcOrd="1" destOrd="0" parTransId="{BE32AF19-179D-441B-B400-054B8C02EFB6}" sibTransId="{1E8FB40B-8F61-44F0-846D-8DA8317D5769}"/>
    <dgm:cxn modelId="{20B1D79F-B6F7-4A41-AB71-F6577ED16320}" type="presOf" srcId="{B10CA85E-0AF9-4B9C-A6CC-5F89AA894DEC}" destId="{9F1EBC3E-CDB6-4ED4-9062-D26E321D4B39}" srcOrd="0" destOrd="0" presId="urn:microsoft.com/office/officeart/2018/2/layout/IconVerticalSolidList"/>
    <dgm:cxn modelId="{ABA4E5AF-FAE7-42E5-AC0C-7BA4700704BC}" type="presOf" srcId="{78B8F6D0-5E98-470E-B79F-27B2F54DB0A4}" destId="{C8622A44-0BB9-4F74-A617-C05994215D85}" srcOrd="0" destOrd="0" presId="urn:microsoft.com/office/officeart/2018/2/layout/IconVerticalSolidList"/>
    <dgm:cxn modelId="{055666CE-9AC8-4F4D-A181-37644073FF27}" type="presOf" srcId="{771A5471-35D9-41FB-9E38-775B63CA80E9}" destId="{532F78E3-94FE-4991-84A3-88FEA135B7E4}" srcOrd="0" destOrd="0" presId="urn:microsoft.com/office/officeart/2018/2/layout/IconVerticalSolidList"/>
    <dgm:cxn modelId="{90430DE4-8E70-4AE9-AEC3-8CBA125016A0}" type="presOf" srcId="{58D8A340-0965-4FF7-AD3D-B8EBA6EB2943}" destId="{CD3D1C60-2748-4D19-8A8B-55F4F7056A7D}" srcOrd="0" destOrd="0" presId="urn:microsoft.com/office/officeart/2018/2/layout/IconVerticalSolidList"/>
    <dgm:cxn modelId="{CCF20DEF-A590-4167-9039-ED4C5A3F91D7}" type="presOf" srcId="{7C8EB727-AFAE-4779-B317-E6EA10D26DB6}" destId="{80F7F0C0-983E-4B2D-BF39-B24A9D97C345}" srcOrd="0" destOrd="0" presId="urn:microsoft.com/office/officeart/2018/2/layout/IconVerticalSolidList"/>
    <dgm:cxn modelId="{CDAC27E5-06A0-4CA2-B7BE-7E35013799CC}" type="presParOf" srcId="{C8622A44-0BB9-4F74-A617-C05994215D85}" destId="{0670AD2B-F763-4B33-B1F8-B3578022A502}" srcOrd="0" destOrd="0" presId="urn:microsoft.com/office/officeart/2018/2/layout/IconVerticalSolidList"/>
    <dgm:cxn modelId="{AE861062-AA91-4EA4-BEB2-89FED8496D5E}" type="presParOf" srcId="{0670AD2B-F763-4B33-B1F8-B3578022A502}" destId="{2B5E392D-3BE6-473C-9994-C2B4656190E4}" srcOrd="0" destOrd="0" presId="urn:microsoft.com/office/officeart/2018/2/layout/IconVerticalSolidList"/>
    <dgm:cxn modelId="{B960ECCC-C4C8-4AF4-995B-6E1656D510C8}" type="presParOf" srcId="{0670AD2B-F763-4B33-B1F8-B3578022A502}" destId="{AE29330E-4CC3-4E21-B36A-49255F63BCF8}" srcOrd="1" destOrd="0" presId="urn:microsoft.com/office/officeart/2018/2/layout/IconVerticalSolidList"/>
    <dgm:cxn modelId="{26F49893-E781-4DED-B097-64FB320F60E2}" type="presParOf" srcId="{0670AD2B-F763-4B33-B1F8-B3578022A502}" destId="{18E82651-9932-402D-B281-EAA1A934166C}" srcOrd="2" destOrd="0" presId="urn:microsoft.com/office/officeart/2018/2/layout/IconVerticalSolidList"/>
    <dgm:cxn modelId="{B224C354-7883-4568-AEE3-30F569255270}" type="presParOf" srcId="{0670AD2B-F763-4B33-B1F8-B3578022A502}" destId="{FF73F5A6-6B30-4C55-830F-FE5B0F621FB9}" srcOrd="3" destOrd="0" presId="urn:microsoft.com/office/officeart/2018/2/layout/IconVerticalSolidList"/>
    <dgm:cxn modelId="{45A3844A-365C-4C53-8DFC-5D1C8E62720D}" type="presParOf" srcId="{C8622A44-0BB9-4F74-A617-C05994215D85}" destId="{99B8FF26-3369-43CD-924B-AC3B6D177C57}" srcOrd="1" destOrd="0" presId="urn:microsoft.com/office/officeart/2018/2/layout/IconVerticalSolidList"/>
    <dgm:cxn modelId="{298F0358-A8D0-4EF9-AEE2-2C4B253EC843}" type="presParOf" srcId="{C8622A44-0BB9-4F74-A617-C05994215D85}" destId="{051E7050-3D20-40C8-A8C8-2F43F5043B01}" srcOrd="2" destOrd="0" presId="urn:microsoft.com/office/officeart/2018/2/layout/IconVerticalSolidList"/>
    <dgm:cxn modelId="{8CBFD92C-9523-42B0-B36A-63772557C62C}" type="presParOf" srcId="{051E7050-3D20-40C8-A8C8-2F43F5043B01}" destId="{44F68157-E874-4FDB-8423-F77DBDF37A19}" srcOrd="0" destOrd="0" presId="urn:microsoft.com/office/officeart/2018/2/layout/IconVerticalSolidList"/>
    <dgm:cxn modelId="{BA9BE2EE-08CA-4F1D-AC15-E3A8FEE28C23}" type="presParOf" srcId="{051E7050-3D20-40C8-A8C8-2F43F5043B01}" destId="{192254C8-52A9-4DDC-A756-58B7C78DFA5F}" srcOrd="1" destOrd="0" presId="urn:microsoft.com/office/officeart/2018/2/layout/IconVerticalSolidList"/>
    <dgm:cxn modelId="{1D3BDE9C-340E-47C5-9696-ED15A7CED3A0}" type="presParOf" srcId="{051E7050-3D20-40C8-A8C8-2F43F5043B01}" destId="{C04A4A85-6308-4FA6-B22F-8956AA5386CF}" srcOrd="2" destOrd="0" presId="urn:microsoft.com/office/officeart/2018/2/layout/IconVerticalSolidList"/>
    <dgm:cxn modelId="{2943E872-3D8C-4755-B977-61D8278BD029}" type="presParOf" srcId="{051E7050-3D20-40C8-A8C8-2F43F5043B01}" destId="{CD3D1C60-2748-4D19-8A8B-55F4F7056A7D}" srcOrd="3" destOrd="0" presId="urn:microsoft.com/office/officeart/2018/2/layout/IconVerticalSolidList"/>
    <dgm:cxn modelId="{76BB22EB-EA8A-4F06-89C9-93BE6FE3DEDA}" type="presParOf" srcId="{C8622A44-0BB9-4F74-A617-C05994215D85}" destId="{E6EC62C8-34F3-4BCB-9077-F627C0502479}" srcOrd="3" destOrd="0" presId="urn:microsoft.com/office/officeart/2018/2/layout/IconVerticalSolidList"/>
    <dgm:cxn modelId="{418EBCC8-551C-461B-AECB-E8559E2B17CD}" type="presParOf" srcId="{C8622A44-0BB9-4F74-A617-C05994215D85}" destId="{17F0376E-F539-467C-98AD-FC580BA3B1DA}" srcOrd="4" destOrd="0" presId="urn:microsoft.com/office/officeart/2018/2/layout/IconVerticalSolidList"/>
    <dgm:cxn modelId="{E38A54C5-7A2C-4B20-8491-9F4EE010A0B4}" type="presParOf" srcId="{17F0376E-F539-467C-98AD-FC580BA3B1DA}" destId="{452070B3-E2A8-45EE-A22B-DE910B65A71E}" srcOrd="0" destOrd="0" presId="urn:microsoft.com/office/officeart/2018/2/layout/IconVerticalSolidList"/>
    <dgm:cxn modelId="{426FC34C-0658-4B85-AB46-1CC94ED681AE}" type="presParOf" srcId="{17F0376E-F539-467C-98AD-FC580BA3B1DA}" destId="{25AD87F1-6ED3-4132-8AB0-B9F678DB2911}" srcOrd="1" destOrd="0" presId="urn:microsoft.com/office/officeart/2018/2/layout/IconVerticalSolidList"/>
    <dgm:cxn modelId="{20C91FD2-FC11-4101-A79A-7E2FA4632781}" type="presParOf" srcId="{17F0376E-F539-467C-98AD-FC580BA3B1DA}" destId="{0F8F0D83-FC2D-48B1-B65B-3A5EE0DA35E3}" srcOrd="2" destOrd="0" presId="urn:microsoft.com/office/officeart/2018/2/layout/IconVerticalSolidList"/>
    <dgm:cxn modelId="{197ACA8E-40D9-4AB2-9607-43000655A613}" type="presParOf" srcId="{17F0376E-F539-467C-98AD-FC580BA3B1DA}" destId="{80F7F0C0-983E-4B2D-BF39-B24A9D97C345}" srcOrd="3" destOrd="0" presId="urn:microsoft.com/office/officeart/2018/2/layout/IconVerticalSolidList"/>
    <dgm:cxn modelId="{E540DBCD-BE2E-4AF9-855A-A7349534C313}" type="presParOf" srcId="{C8622A44-0BB9-4F74-A617-C05994215D85}" destId="{A1AACFBD-BC7D-488C-A6DC-CB7707E73ED5}" srcOrd="5" destOrd="0" presId="urn:microsoft.com/office/officeart/2018/2/layout/IconVerticalSolidList"/>
    <dgm:cxn modelId="{1D58FA9C-6172-44F7-8FB0-903248862F77}" type="presParOf" srcId="{C8622A44-0BB9-4F74-A617-C05994215D85}" destId="{B26311CE-2214-4127-B781-08FBCA549F68}" srcOrd="6" destOrd="0" presId="urn:microsoft.com/office/officeart/2018/2/layout/IconVerticalSolidList"/>
    <dgm:cxn modelId="{28494610-5A3A-4C89-93BB-D80AF88CA0C9}" type="presParOf" srcId="{B26311CE-2214-4127-B781-08FBCA549F68}" destId="{7D80E581-D73B-41EC-8AB9-46FD8CDE8069}" srcOrd="0" destOrd="0" presId="urn:microsoft.com/office/officeart/2018/2/layout/IconVerticalSolidList"/>
    <dgm:cxn modelId="{E340C379-4ABC-4521-A5AE-3CD7B1AA1A1B}" type="presParOf" srcId="{B26311CE-2214-4127-B781-08FBCA549F68}" destId="{8BC4A99B-EC3A-47AD-817F-3EFCF2348010}" srcOrd="1" destOrd="0" presId="urn:microsoft.com/office/officeart/2018/2/layout/IconVerticalSolidList"/>
    <dgm:cxn modelId="{E7BF2782-D72A-4751-AC38-EFCF750B23E7}" type="presParOf" srcId="{B26311CE-2214-4127-B781-08FBCA549F68}" destId="{C6148D6D-0340-43CC-AA5D-DD5A76DE33DF}" srcOrd="2" destOrd="0" presId="urn:microsoft.com/office/officeart/2018/2/layout/IconVerticalSolidList"/>
    <dgm:cxn modelId="{92998313-C932-47D1-8ABE-CAFC45A92234}" type="presParOf" srcId="{B26311CE-2214-4127-B781-08FBCA549F68}" destId="{9F1EBC3E-CDB6-4ED4-9062-D26E321D4B39}" srcOrd="3" destOrd="0" presId="urn:microsoft.com/office/officeart/2018/2/layout/IconVerticalSolidList"/>
    <dgm:cxn modelId="{06D49C39-4CBA-4A9E-8A5C-592D0B87E7C6}" type="presParOf" srcId="{C8622A44-0BB9-4F74-A617-C05994215D85}" destId="{D94CA9FB-B5EF-4A64-AB48-6D68CB07E35B}" srcOrd="7" destOrd="0" presId="urn:microsoft.com/office/officeart/2018/2/layout/IconVerticalSolidList"/>
    <dgm:cxn modelId="{BFE71F07-D623-4D73-8E06-42DA26B333BB}" type="presParOf" srcId="{C8622A44-0BB9-4F74-A617-C05994215D85}" destId="{AF50EFDC-607D-49E9-BFEC-DE8E329AAAE8}" srcOrd="8" destOrd="0" presId="urn:microsoft.com/office/officeart/2018/2/layout/IconVerticalSolidList"/>
    <dgm:cxn modelId="{DF294849-FA64-46A2-BCCC-020EC7ADCBE7}" type="presParOf" srcId="{AF50EFDC-607D-49E9-BFEC-DE8E329AAAE8}" destId="{DDBA8266-0945-4A75-B42F-F42F6CCED31A}" srcOrd="0" destOrd="0" presId="urn:microsoft.com/office/officeart/2018/2/layout/IconVerticalSolidList"/>
    <dgm:cxn modelId="{49E5958C-A6E1-456E-918E-CF6AA59A05F4}" type="presParOf" srcId="{AF50EFDC-607D-49E9-BFEC-DE8E329AAAE8}" destId="{594D8B07-1184-4CBF-A31B-9B5CB73273B8}" srcOrd="1" destOrd="0" presId="urn:microsoft.com/office/officeart/2018/2/layout/IconVerticalSolidList"/>
    <dgm:cxn modelId="{0258090F-FADD-40D9-9ACE-67036F13DC77}" type="presParOf" srcId="{AF50EFDC-607D-49E9-BFEC-DE8E329AAAE8}" destId="{8F22DABD-608E-4066-B772-D406548C8D14}" srcOrd="2" destOrd="0" presId="urn:microsoft.com/office/officeart/2018/2/layout/IconVerticalSolidList"/>
    <dgm:cxn modelId="{2A3B0696-48EC-4988-A0E3-530FA04AC4A9}" type="presParOf" srcId="{AF50EFDC-607D-49E9-BFEC-DE8E329AAAE8}" destId="{532F78E3-94FE-4991-84A3-88FEA135B7E4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66E8A1F-3E8E-4B17-A396-2D668A0E6421}">
      <dsp:nvSpPr>
        <dsp:cNvPr id="0" name=""/>
        <dsp:cNvSpPr/>
      </dsp:nvSpPr>
      <dsp:spPr>
        <a:xfrm>
          <a:off x="0" y="1805"/>
          <a:ext cx="11125200" cy="915310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60B0FED-E664-4304-9769-437E281441C4}">
      <dsp:nvSpPr>
        <dsp:cNvPr id="0" name=""/>
        <dsp:cNvSpPr/>
      </dsp:nvSpPr>
      <dsp:spPr>
        <a:xfrm>
          <a:off x="276881" y="207750"/>
          <a:ext cx="503420" cy="50342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463FC97-821C-42E8-AF05-4A9580FFA59C}">
      <dsp:nvSpPr>
        <dsp:cNvPr id="0" name=""/>
        <dsp:cNvSpPr/>
      </dsp:nvSpPr>
      <dsp:spPr>
        <a:xfrm>
          <a:off x="1057183" y="1805"/>
          <a:ext cx="10068016" cy="91531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70" tIns="96870" rIns="96870" bIns="9687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Definition: Information Management System</a:t>
          </a:r>
        </a:p>
      </dsp:txBody>
      <dsp:txXfrm>
        <a:off x="1057183" y="1805"/>
        <a:ext cx="10068016" cy="915310"/>
      </dsp:txXfrm>
    </dsp:sp>
    <dsp:sp modelId="{99D471D6-3891-4DF2-B9E3-E85577D26454}">
      <dsp:nvSpPr>
        <dsp:cNvPr id="0" name=""/>
        <dsp:cNvSpPr/>
      </dsp:nvSpPr>
      <dsp:spPr>
        <a:xfrm>
          <a:off x="0" y="1145944"/>
          <a:ext cx="11125200" cy="915310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127081D-D97C-4E37-9F11-34593C0130BC}">
      <dsp:nvSpPr>
        <dsp:cNvPr id="0" name=""/>
        <dsp:cNvSpPr/>
      </dsp:nvSpPr>
      <dsp:spPr>
        <a:xfrm>
          <a:off x="276881" y="1351889"/>
          <a:ext cx="503420" cy="50342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4335F5A-AD01-4385-98CD-86A666A4FE4F}">
      <dsp:nvSpPr>
        <dsp:cNvPr id="0" name=""/>
        <dsp:cNvSpPr/>
      </dsp:nvSpPr>
      <dsp:spPr>
        <a:xfrm>
          <a:off x="1057183" y="1145944"/>
          <a:ext cx="10068016" cy="91531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70" tIns="96870" rIns="96870" bIns="9687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Purpose: Organizes, stores, and manages enterprise data for efficient decision-making.</a:t>
          </a:r>
        </a:p>
      </dsp:txBody>
      <dsp:txXfrm>
        <a:off x="1057183" y="1145944"/>
        <a:ext cx="10068016" cy="915310"/>
      </dsp:txXfrm>
    </dsp:sp>
    <dsp:sp modelId="{E21BD97E-B2BB-4A75-ACA3-521A9E775A66}">
      <dsp:nvSpPr>
        <dsp:cNvPr id="0" name=""/>
        <dsp:cNvSpPr/>
      </dsp:nvSpPr>
      <dsp:spPr>
        <a:xfrm>
          <a:off x="0" y="2290082"/>
          <a:ext cx="11125200" cy="915310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3E83398-56D1-4AB4-8C68-C2946ED528AD}">
      <dsp:nvSpPr>
        <dsp:cNvPr id="0" name=""/>
        <dsp:cNvSpPr/>
      </dsp:nvSpPr>
      <dsp:spPr>
        <a:xfrm>
          <a:off x="276881" y="2496027"/>
          <a:ext cx="503420" cy="50342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D4A1AC9-B0D2-4C3B-BB6F-9D15F1FA3E77}">
      <dsp:nvSpPr>
        <dsp:cNvPr id="0" name=""/>
        <dsp:cNvSpPr/>
      </dsp:nvSpPr>
      <dsp:spPr>
        <a:xfrm>
          <a:off x="1057183" y="2290082"/>
          <a:ext cx="10068016" cy="91531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70" tIns="96870" rIns="96870" bIns="9687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Developed by IBM; used in banking, telecom, and manufacturing.</a:t>
          </a:r>
        </a:p>
      </dsp:txBody>
      <dsp:txXfrm>
        <a:off x="1057183" y="2290082"/>
        <a:ext cx="10068016" cy="915310"/>
      </dsp:txXfrm>
    </dsp:sp>
    <dsp:sp modelId="{007FB6D6-D665-493A-BEB5-6E2B2BAEF5E0}">
      <dsp:nvSpPr>
        <dsp:cNvPr id="0" name=""/>
        <dsp:cNvSpPr/>
      </dsp:nvSpPr>
      <dsp:spPr>
        <a:xfrm>
          <a:off x="0" y="3434221"/>
          <a:ext cx="11125200" cy="915310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55869F4-DE9A-420B-A584-3718ACE8B9C3}">
      <dsp:nvSpPr>
        <dsp:cNvPr id="0" name=""/>
        <dsp:cNvSpPr/>
      </dsp:nvSpPr>
      <dsp:spPr>
        <a:xfrm>
          <a:off x="276881" y="3640166"/>
          <a:ext cx="503420" cy="50342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05D552A-668A-4627-9FA0-E2761A003DA0}">
      <dsp:nvSpPr>
        <dsp:cNvPr id="0" name=""/>
        <dsp:cNvSpPr/>
      </dsp:nvSpPr>
      <dsp:spPr>
        <a:xfrm>
          <a:off x="1057183" y="3434221"/>
          <a:ext cx="10068016" cy="91531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70" tIns="96870" rIns="96870" bIns="9687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Handles both hierarchical and relational data efficiently.</a:t>
          </a:r>
        </a:p>
      </dsp:txBody>
      <dsp:txXfrm>
        <a:off x="1057183" y="3434221"/>
        <a:ext cx="10068016" cy="91531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3F9A03D-37B4-40BD-9A12-6499894AF244}">
      <dsp:nvSpPr>
        <dsp:cNvPr id="0" name=""/>
        <dsp:cNvSpPr/>
      </dsp:nvSpPr>
      <dsp:spPr>
        <a:xfrm>
          <a:off x="0" y="1805"/>
          <a:ext cx="11125200" cy="915310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96C6286-C635-4824-B3AA-C7AFE9380135}">
      <dsp:nvSpPr>
        <dsp:cNvPr id="0" name=""/>
        <dsp:cNvSpPr/>
      </dsp:nvSpPr>
      <dsp:spPr>
        <a:xfrm>
          <a:off x="276881" y="207750"/>
          <a:ext cx="503420" cy="50342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3CFC007-A6DE-4C33-99AE-4C1DB04B1198}">
      <dsp:nvSpPr>
        <dsp:cNvPr id="0" name=""/>
        <dsp:cNvSpPr/>
      </dsp:nvSpPr>
      <dsp:spPr>
        <a:xfrm>
          <a:off x="1057183" y="1805"/>
          <a:ext cx="10068016" cy="91531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70" tIns="96870" rIns="96870" bIns="9687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Step 1: Requirement analysis and data structuring.</a:t>
          </a:r>
        </a:p>
      </dsp:txBody>
      <dsp:txXfrm>
        <a:off x="1057183" y="1805"/>
        <a:ext cx="10068016" cy="915310"/>
      </dsp:txXfrm>
    </dsp:sp>
    <dsp:sp modelId="{775F83C4-77AE-4195-986D-E1E21C5A2926}">
      <dsp:nvSpPr>
        <dsp:cNvPr id="0" name=""/>
        <dsp:cNvSpPr/>
      </dsp:nvSpPr>
      <dsp:spPr>
        <a:xfrm>
          <a:off x="0" y="1145944"/>
          <a:ext cx="11125200" cy="915310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3067499-4BAA-4291-90C1-5938918EF0A7}">
      <dsp:nvSpPr>
        <dsp:cNvPr id="0" name=""/>
        <dsp:cNvSpPr/>
      </dsp:nvSpPr>
      <dsp:spPr>
        <a:xfrm>
          <a:off x="276881" y="1351889"/>
          <a:ext cx="503420" cy="50342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06EB36A-4D12-4C3F-9347-C3497AC070AC}">
      <dsp:nvSpPr>
        <dsp:cNvPr id="0" name=""/>
        <dsp:cNvSpPr/>
      </dsp:nvSpPr>
      <dsp:spPr>
        <a:xfrm>
          <a:off x="1057183" y="1145944"/>
          <a:ext cx="10068016" cy="91531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70" tIns="96870" rIns="96870" bIns="9687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Step 2: Integration with existing business applications.</a:t>
          </a:r>
        </a:p>
      </dsp:txBody>
      <dsp:txXfrm>
        <a:off x="1057183" y="1145944"/>
        <a:ext cx="10068016" cy="915310"/>
      </dsp:txXfrm>
    </dsp:sp>
    <dsp:sp modelId="{C7A24976-DA3A-4301-B5B1-E7557E8157BE}">
      <dsp:nvSpPr>
        <dsp:cNvPr id="0" name=""/>
        <dsp:cNvSpPr/>
      </dsp:nvSpPr>
      <dsp:spPr>
        <a:xfrm>
          <a:off x="0" y="2290082"/>
          <a:ext cx="11125200" cy="915310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0182958-B3DE-4851-80D3-8350AC937FA2}">
      <dsp:nvSpPr>
        <dsp:cNvPr id="0" name=""/>
        <dsp:cNvSpPr/>
      </dsp:nvSpPr>
      <dsp:spPr>
        <a:xfrm>
          <a:off x="276881" y="2496027"/>
          <a:ext cx="503420" cy="50342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99283C6-F41A-4231-B177-2B8C3F43095E}">
      <dsp:nvSpPr>
        <dsp:cNvPr id="0" name=""/>
        <dsp:cNvSpPr/>
      </dsp:nvSpPr>
      <dsp:spPr>
        <a:xfrm>
          <a:off x="1057183" y="2290082"/>
          <a:ext cx="10068016" cy="91531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70" tIns="96870" rIns="96870" bIns="9687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Step 3: Training teams to manage transactions and data.</a:t>
          </a:r>
        </a:p>
      </dsp:txBody>
      <dsp:txXfrm>
        <a:off x="1057183" y="2290082"/>
        <a:ext cx="10068016" cy="915310"/>
      </dsp:txXfrm>
    </dsp:sp>
    <dsp:sp modelId="{E6DAC40C-E0E3-4A72-981C-DB452405D9E0}">
      <dsp:nvSpPr>
        <dsp:cNvPr id="0" name=""/>
        <dsp:cNvSpPr/>
      </dsp:nvSpPr>
      <dsp:spPr>
        <a:xfrm>
          <a:off x="0" y="3434221"/>
          <a:ext cx="11125200" cy="915310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CD4AF39-FF14-4795-A232-481C0156AFB1}">
      <dsp:nvSpPr>
        <dsp:cNvPr id="0" name=""/>
        <dsp:cNvSpPr/>
      </dsp:nvSpPr>
      <dsp:spPr>
        <a:xfrm>
          <a:off x="276881" y="3640166"/>
          <a:ext cx="503420" cy="50342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AEB97CD-84FC-48C5-A324-715E1965322F}">
      <dsp:nvSpPr>
        <dsp:cNvPr id="0" name=""/>
        <dsp:cNvSpPr/>
      </dsp:nvSpPr>
      <dsp:spPr>
        <a:xfrm>
          <a:off x="1057183" y="3434221"/>
          <a:ext cx="10068016" cy="91531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70" tIns="96870" rIns="96870" bIns="9687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Example: Banking sector uses IMS for account data and ATM transactions.</a:t>
          </a:r>
        </a:p>
      </dsp:txBody>
      <dsp:txXfrm>
        <a:off x="1057183" y="3434221"/>
        <a:ext cx="10068016" cy="91531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D8579F8-A8D5-4573-93AB-AC81A5F7E290}">
      <dsp:nvSpPr>
        <dsp:cNvPr id="0" name=""/>
        <dsp:cNvSpPr/>
      </dsp:nvSpPr>
      <dsp:spPr>
        <a:xfrm>
          <a:off x="0" y="1805"/>
          <a:ext cx="11125200" cy="915310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271B2F3-C310-4653-BCCA-34B0EEB06619}">
      <dsp:nvSpPr>
        <dsp:cNvPr id="0" name=""/>
        <dsp:cNvSpPr/>
      </dsp:nvSpPr>
      <dsp:spPr>
        <a:xfrm>
          <a:off x="276881" y="207750"/>
          <a:ext cx="503420" cy="50342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622CCC3-E921-4642-97F9-FEEF53023FF1}">
      <dsp:nvSpPr>
        <dsp:cNvPr id="0" name=""/>
        <dsp:cNvSpPr/>
      </dsp:nvSpPr>
      <dsp:spPr>
        <a:xfrm>
          <a:off x="1057183" y="1805"/>
          <a:ext cx="10068016" cy="91531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70" tIns="96870" rIns="96870" bIns="9687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Centralized data control and faster access.</a:t>
          </a:r>
        </a:p>
      </dsp:txBody>
      <dsp:txXfrm>
        <a:off x="1057183" y="1805"/>
        <a:ext cx="10068016" cy="915310"/>
      </dsp:txXfrm>
    </dsp:sp>
    <dsp:sp modelId="{8DCAAF74-B2DA-4C01-B56D-E5CC36BBFA8F}">
      <dsp:nvSpPr>
        <dsp:cNvPr id="0" name=""/>
        <dsp:cNvSpPr/>
      </dsp:nvSpPr>
      <dsp:spPr>
        <a:xfrm>
          <a:off x="0" y="1145944"/>
          <a:ext cx="11125200" cy="915310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E5F0AAA-9357-4384-9AE6-6337F5CCECA8}">
      <dsp:nvSpPr>
        <dsp:cNvPr id="0" name=""/>
        <dsp:cNvSpPr/>
      </dsp:nvSpPr>
      <dsp:spPr>
        <a:xfrm>
          <a:off x="276881" y="1351889"/>
          <a:ext cx="503420" cy="50342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1B18C29-1046-4605-A377-C8F34EDCAFD6}">
      <dsp:nvSpPr>
        <dsp:cNvPr id="0" name=""/>
        <dsp:cNvSpPr/>
      </dsp:nvSpPr>
      <dsp:spPr>
        <a:xfrm>
          <a:off x="1057183" y="1145944"/>
          <a:ext cx="10068016" cy="91531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70" tIns="96870" rIns="96870" bIns="9687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Ensures reliability, scalability, and security.</a:t>
          </a:r>
        </a:p>
      </dsp:txBody>
      <dsp:txXfrm>
        <a:off x="1057183" y="1145944"/>
        <a:ext cx="10068016" cy="915310"/>
      </dsp:txXfrm>
    </dsp:sp>
    <dsp:sp modelId="{196BC5B5-9F18-47CB-AC37-6FADCC90AC3C}">
      <dsp:nvSpPr>
        <dsp:cNvPr id="0" name=""/>
        <dsp:cNvSpPr/>
      </dsp:nvSpPr>
      <dsp:spPr>
        <a:xfrm>
          <a:off x="0" y="2290082"/>
          <a:ext cx="11125200" cy="915310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4493355-6ED1-47DE-BF93-5AEA4F35EA52}">
      <dsp:nvSpPr>
        <dsp:cNvPr id="0" name=""/>
        <dsp:cNvSpPr/>
      </dsp:nvSpPr>
      <dsp:spPr>
        <a:xfrm>
          <a:off x="276881" y="2496027"/>
          <a:ext cx="503420" cy="50342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8A535A2-891A-42C7-8D67-B7C04C99B337}">
      <dsp:nvSpPr>
        <dsp:cNvPr id="0" name=""/>
        <dsp:cNvSpPr/>
      </dsp:nvSpPr>
      <dsp:spPr>
        <a:xfrm>
          <a:off x="1057183" y="2290082"/>
          <a:ext cx="10068016" cy="91531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70" tIns="96870" rIns="96870" bIns="9687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Supports business intelligence and analytics.</a:t>
          </a:r>
        </a:p>
      </dsp:txBody>
      <dsp:txXfrm>
        <a:off x="1057183" y="2290082"/>
        <a:ext cx="10068016" cy="915310"/>
      </dsp:txXfrm>
    </dsp:sp>
    <dsp:sp modelId="{AAEFDB8E-2DA5-43EF-9B4F-8C5657072693}">
      <dsp:nvSpPr>
        <dsp:cNvPr id="0" name=""/>
        <dsp:cNvSpPr/>
      </dsp:nvSpPr>
      <dsp:spPr>
        <a:xfrm>
          <a:off x="0" y="3434221"/>
          <a:ext cx="11125200" cy="915310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0A82F96-F147-4AA0-9EA7-E0819ECC3F1F}">
      <dsp:nvSpPr>
        <dsp:cNvPr id="0" name=""/>
        <dsp:cNvSpPr/>
      </dsp:nvSpPr>
      <dsp:spPr>
        <a:xfrm>
          <a:off x="276881" y="3640166"/>
          <a:ext cx="503420" cy="50342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A7C1CA4-5A3D-448D-A911-918225E6D137}">
      <dsp:nvSpPr>
        <dsp:cNvPr id="0" name=""/>
        <dsp:cNvSpPr/>
      </dsp:nvSpPr>
      <dsp:spPr>
        <a:xfrm>
          <a:off x="1057183" y="3434221"/>
          <a:ext cx="10068016" cy="91531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70" tIns="96870" rIns="96870" bIns="9687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Improves productivity by automating record management.</a:t>
          </a:r>
        </a:p>
      </dsp:txBody>
      <dsp:txXfrm>
        <a:off x="1057183" y="3434221"/>
        <a:ext cx="10068016" cy="91531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26000DA-F779-4B21-9923-44B5CE00FE6D}">
      <dsp:nvSpPr>
        <dsp:cNvPr id="0" name=""/>
        <dsp:cNvSpPr/>
      </dsp:nvSpPr>
      <dsp:spPr>
        <a:xfrm>
          <a:off x="0" y="1805"/>
          <a:ext cx="11125200" cy="915310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3FD54A1-7379-43F2-9D23-2C3D926035AC}">
      <dsp:nvSpPr>
        <dsp:cNvPr id="0" name=""/>
        <dsp:cNvSpPr/>
      </dsp:nvSpPr>
      <dsp:spPr>
        <a:xfrm>
          <a:off x="276881" y="207750"/>
          <a:ext cx="503420" cy="50342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162ECB6-7D7F-40DB-B8E4-89F0897870AE}">
      <dsp:nvSpPr>
        <dsp:cNvPr id="0" name=""/>
        <dsp:cNvSpPr/>
      </dsp:nvSpPr>
      <dsp:spPr>
        <a:xfrm>
          <a:off x="1057183" y="1805"/>
          <a:ext cx="10068016" cy="91531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70" tIns="96870" rIns="96870" bIns="9687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Data becomes disorganized and duplicated.</a:t>
          </a:r>
        </a:p>
      </dsp:txBody>
      <dsp:txXfrm>
        <a:off x="1057183" y="1805"/>
        <a:ext cx="10068016" cy="915310"/>
      </dsp:txXfrm>
    </dsp:sp>
    <dsp:sp modelId="{2EC93C9D-7F50-478F-B48D-6899E287BFE4}">
      <dsp:nvSpPr>
        <dsp:cNvPr id="0" name=""/>
        <dsp:cNvSpPr/>
      </dsp:nvSpPr>
      <dsp:spPr>
        <a:xfrm>
          <a:off x="0" y="1145944"/>
          <a:ext cx="11125200" cy="915310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2237A7D-E339-45D8-BF4C-7AEDCFF5D93B}">
      <dsp:nvSpPr>
        <dsp:cNvPr id="0" name=""/>
        <dsp:cNvSpPr/>
      </dsp:nvSpPr>
      <dsp:spPr>
        <a:xfrm>
          <a:off x="276881" y="1351889"/>
          <a:ext cx="503420" cy="50342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4CA9EB4-CB67-4F8D-92DB-90254F59CBA6}">
      <dsp:nvSpPr>
        <dsp:cNvPr id="0" name=""/>
        <dsp:cNvSpPr/>
      </dsp:nvSpPr>
      <dsp:spPr>
        <a:xfrm>
          <a:off x="1057183" y="1145944"/>
          <a:ext cx="10068016" cy="91531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70" tIns="96870" rIns="96870" bIns="9687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Difficulty in maintaining consistency and data integrity.</a:t>
          </a:r>
        </a:p>
      </dsp:txBody>
      <dsp:txXfrm>
        <a:off x="1057183" y="1145944"/>
        <a:ext cx="10068016" cy="915310"/>
      </dsp:txXfrm>
    </dsp:sp>
    <dsp:sp modelId="{C51EA30C-7BDA-4EF3-87E9-A0E0983B9977}">
      <dsp:nvSpPr>
        <dsp:cNvPr id="0" name=""/>
        <dsp:cNvSpPr/>
      </dsp:nvSpPr>
      <dsp:spPr>
        <a:xfrm>
          <a:off x="0" y="2290082"/>
          <a:ext cx="11125200" cy="915310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DB6B94A-CCE4-423D-A08C-50C54E70C1EC}">
      <dsp:nvSpPr>
        <dsp:cNvPr id="0" name=""/>
        <dsp:cNvSpPr/>
      </dsp:nvSpPr>
      <dsp:spPr>
        <a:xfrm>
          <a:off x="276881" y="2496027"/>
          <a:ext cx="503420" cy="50342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F96A14A-6D11-4204-BDCC-235D5DEC1030}">
      <dsp:nvSpPr>
        <dsp:cNvPr id="0" name=""/>
        <dsp:cNvSpPr/>
      </dsp:nvSpPr>
      <dsp:spPr>
        <a:xfrm>
          <a:off x="1057183" y="2290082"/>
          <a:ext cx="10068016" cy="91531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70" tIns="96870" rIns="96870" bIns="9687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Decision-making slows down.</a:t>
          </a:r>
        </a:p>
      </dsp:txBody>
      <dsp:txXfrm>
        <a:off x="1057183" y="2290082"/>
        <a:ext cx="10068016" cy="915310"/>
      </dsp:txXfrm>
    </dsp:sp>
    <dsp:sp modelId="{4B7407AF-9B1F-41E4-A0A0-FC5F7453A6E6}">
      <dsp:nvSpPr>
        <dsp:cNvPr id="0" name=""/>
        <dsp:cNvSpPr/>
      </dsp:nvSpPr>
      <dsp:spPr>
        <a:xfrm>
          <a:off x="0" y="3434221"/>
          <a:ext cx="11125200" cy="915310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569239A-5E30-4E74-9020-9DBCDF84F38D}">
      <dsp:nvSpPr>
        <dsp:cNvPr id="0" name=""/>
        <dsp:cNvSpPr/>
      </dsp:nvSpPr>
      <dsp:spPr>
        <a:xfrm>
          <a:off x="276881" y="3640166"/>
          <a:ext cx="503420" cy="50342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0077C79-CAC8-447C-BDEA-337703FE4E07}">
      <dsp:nvSpPr>
        <dsp:cNvPr id="0" name=""/>
        <dsp:cNvSpPr/>
      </dsp:nvSpPr>
      <dsp:spPr>
        <a:xfrm>
          <a:off x="1057183" y="3434221"/>
          <a:ext cx="10068016" cy="91531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70" tIns="96870" rIns="96870" bIns="9687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Increased risk of data breaches and operational inefficiency.</a:t>
          </a:r>
        </a:p>
      </dsp:txBody>
      <dsp:txXfrm>
        <a:off x="1057183" y="3434221"/>
        <a:ext cx="10068016" cy="915310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BA7C82B-0B88-4EED-9CBE-FD3843FD8514}">
      <dsp:nvSpPr>
        <dsp:cNvPr id="0" name=""/>
        <dsp:cNvSpPr/>
      </dsp:nvSpPr>
      <dsp:spPr>
        <a:xfrm>
          <a:off x="0" y="554679"/>
          <a:ext cx="11125200" cy="743535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/>
            <a:t>Achieved through Active Directory (AD) or LDAP.</a:t>
          </a:r>
        </a:p>
      </dsp:txBody>
      <dsp:txXfrm>
        <a:off x="36296" y="590975"/>
        <a:ext cx="11052608" cy="670943"/>
      </dsp:txXfrm>
    </dsp:sp>
    <dsp:sp modelId="{9FF2BDD5-69E3-4B48-BF4A-68AD831BE13A}">
      <dsp:nvSpPr>
        <dsp:cNvPr id="0" name=""/>
        <dsp:cNvSpPr/>
      </dsp:nvSpPr>
      <dsp:spPr>
        <a:xfrm>
          <a:off x="0" y="1387494"/>
          <a:ext cx="11125200" cy="743535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/>
            <a:t>Single Sign-On (SSO) allows one login for multiple systems.</a:t>
          </a:r>
        </a:p>
      </dsp:txBody>
      <dsp:txXfrm>
        <a:off x="36296" y="1423790"/>
        <a:ext cx="11052608" cy="670943"/>
      </dsp:txXfrm>
    </dsp:sp>
    <dsp:sp modelId="{491CC60E-3E45-4B30-9EEC-68E64B6BF0E4}">
      <dsp:nvSpPr>
        <dsp:cNvPr id="0" name=""/>
        <dsp:cNvSpPr/>
      </dsp:nvSpPr>
      <dsp:spPr>
        <a:xfrm>
          <a:off x="0" y="2220309"/>
          <a:ext cx="11125200" cy="743535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/>
            <a:t>Multi-Factor Authentication (MFA) enhances security.</a:t>
          </a:r>
        </a:p>
      </dsp:txBody>
      <dsp:txXfrm>
        <a:off x="36296" y="2256605"/>
        <a:ext cx="11052608" cy="670943"/>
      </dsp:txXfrm>
    </dsp:sp>
    <dsp:sp modelId="{6068A5BA-A7CD-4E22-B11F-00EF87D03F2B}">
      <dsp:nvSpPr>
        <dsp:cNvPr id="0" name=""/>
        <dsp:cNvSpPr/>
      </dsp:nvSpPr>
      <dsp:spPr>
        <a:xfrm>
          <a:off x="0" y="3053124"/>
          <a:ext cx="11125200" cy="743535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/>
            <a:t>Role-Based Access Control (RBAC) ensures only authorized access.</a:t>
          </a:r>
        </a:p>
      </dsp:txBody>
      <dsp:txXfrm>
        <a:off x="36296" y="3089420"/>
        <a:ext cx="11052608" cy="670943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691AAED-33F8-45A1-B1A1-53E40000BAE9}">
      <dsp:nvSpPr>
        <dsp:cNvPr id="0" name=""/>
        <dsp:cNvSpPr/>
      </dsp:nvSpPr>
      <dsp:spPr>
        <a:xfrm>
          <a:off x="0" y="0"/>
          <a:ext cx="8900160" cy="957294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500" kern="1200"/>
            <a:t>Hybrid infrastructure = On-premise servers + Cloud resources.</a:t>
          </a:r>
          <a:endParaRPr lang="en-US" sz="2500" kern="1200"/>
        </a:p>
      </dsp:txBody>
      <dsp:txXfrm>
        <a:off x="28038" y="28038"/>
        <a:ext cx="7786273" cy="901218"/>
      </dsp:txXfrm>
    </dsp:sp>
    <dsp:sp modelId="{783CC7F1-E134-4C43-B773-22B682878ADD}">
      <dsp:nvSpPr>
        <dsp:cNvPr id="0" name=""/>
        <dsp:cNvSpPr/>
      </dsp:nvSpPr>
      <dsp:spPr>
        <a:xfrm>
          <a:off x="745388" y="1131347"/>
          <a:ext cx="8900160" cy="957294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500" kern="1200"/>
            <a:t>Data sync via APIs, VPNs, and Azure Arc.</a:t>
          </a:r>
          <a:endParaRPr lang="en-US" sz="2500" kern="1200"/>
        </a:p>
      </dsp:txBody>
      <dsp:txXfrm>
        <a:off x="773426" y="1159385"/>
        <a:ext cx="7476454" cy="901218"/>
      </dsp:txXfrm>
    </dsp:sp>
    <dsp:sp modelId="{F3DD7639-14CA-4CC2-8D5E-400DC48E8D51}">
      <dsp:nvSpPr>
        <dsp:cNvPr id="0" name=""/>
        <dsp:cNvSpPr/>
      </dsp:nvSpPr>
      <dsp:spPr>
        <a:xfrm>
          <a:off x="1479651" y="2262695"/>
          <a:ext cx="8900160" cy="957294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500" kern="1200"/>
            <a:t>Benefits: Scalability, backup reliability, cost optimization.</a:t>
          </a:r>
          <a:endParaRPr lang="en-US" sz="2500" kern="1200"/>
        </a:p>
      </dsp:txBody>
      <dsp:txXfrm>
        <a:off x="1507689" y="2290733"/>
        <a:ext cx="7487579" cy="901218"/>
      </dsp:txXfrm>
    </dsp:sp>
    <dsp:sp modelId="{D1B85CE8-66BA-4A00-9331-78B732F765F8}">
      <dsp:nvSpPr>
        <dsp:cNvPr id="0" name=""/>
        <dsp:cNvSpPr/>
      </dsp:nvSpPr>
      <dsp:spPr>
        <a:xfrm>
          <a:off x="2225040" y="3394043"/>
          <a:ext cx="8900160" cy="957294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500" kern="1200"/>
            <a:t>Example: Microsoft 365 hybrid setup with local AD.</a:t>
          </a:r>
          <a:endParaRPr lang="en-US" sz="2500" kern="1200"/>
        </a:p>
      </dsp:txBody>
      <dsp:txXfrm>
        <a:off x="2253078" y="3422081"/>
        <a:ext cx="7476454" cy="901218"/>
      </dsp:txXfrm>
    </dsp:sp>
    <dsp:sp modelId="{96533589-23FF-4EE0-9AAD-E40E6A5D7A6E}">
      <dsp:nvSpPr>
        <dsp:cNvPr id="0" name=""/>
        <dsp:cNvSpPr/>
      </dsp:nvSpPr>
      <dsp:spPr>
        <a:xfrm>
          <a:off x="8277918" y="733200"/>
          <a:ext cx="622241" cy="622241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800" kern="1200"/>
        </a:p>
      </dsp:txBody>
      <dsp:txXfrm>
        <a:off x="8417922" y="733200"/>
        <a:ext cx="342233" cy="468236"/>
      </dsp:txXfrm>
    </dsp:sp>
    <dsp:sp modelId="{ABEFB93F-6BA5-412F-A88E-DBBE80E43299}">
      <dsp:nvSpPr>
        <dsp:cNvPr id="0" name=""/>
        <dsp:cNvSpPr/>
      </dsp:nvSpPr>
      <dsp:spPr>
        <a:xfrm>
          <a:off x="9023307" y="1864548"/>
          <a:ext cx="622241" cy="622241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800" kern="1200"/>
        </a:p>
      </dsp:txBody>
      <dsp:txXfrm>
        <a:off x="9163311" y="1864548"/>
        <a:ext cx="342233" cy="468236"/>
      </dsp:txXfrm>
    </dsp:sp>
    <dsp:sp modelId="{AB204D7A-A0D6-451B-99FA-7BC51445916B}">
      <dsp:nvSpPr>
        <dsp:cNvPr id="0" name=""/>
        <dsp:cNvSpPr/>
      </dsp:nvSpPr>
      <dsp:spPr>
        <a:xfrm>
          <a:off x="9757570" y="2995896"/>
          <a:ext cx="622241" cy="622241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800" kern="1200"/>
        </a:p>
      </dsp:txBody>
      <dsp:txXfrm>
        <a:off x="9897574" y="2995896"/>
        <a:ext cx="342233" cy="468236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F21128F-F1B9-40DE-8AD4-05FEB1F53490}">
      <dsp:nvSpPr>
        <dsp:cNvPr id="0" name=""/>
        <dsp:cNvSpPr/>
      </dsp:nvSpPr>
      <dsp:spPr>
        <a:xfrm>
          <a:off x="0" y="531"/>
          <a:ext cx="11125200" cy="1242935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715265E-5172-418D-A3C9-3143E937E8F7}">
      <dsp:nvSpPr>
        <dsp:cNvPr id="0" name=""/>
        <dsp:cNvSpPr/>
      </dsp:nvSpPr>
      <dsp:spPr>
        <a:xfrm>
          <a:off x="375988" y="280191"/>
          <a:ext cx="683614" cy="683614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237AFF0-FC21-420F-8CC1-99452F2C0DAC}">
      <dsp:nvSpPr>
        <dsp:cNvPr id="0" name=""/>
        <dsp:cNvSpPr/>
      </dsp:nvSpPr>
      <dsp:spPr>
        <a:xfrm>
          <a:off x="1435590" y="531"/>
          <a:ext cx="9689609" cy="12429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544" tIns="131544" rIns="131544" bIns="131544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500" kern="1200"/>
            <a:t>HTTP/HTTPS: Web communication; HTTPS uses SSL/TLS for encryption.</a:t>
          </a:r>
          <a:endParaRPr lang="en-US" sz="2500" kern="1200"/>
        </a:p>
      </dsp:txBody>
      <dsp:txXfrm>
        <a:off x="1435590" y="531"/>
        <a:ext cx="9689609" cy="1242935"/>
      </dsp:txXfrm>
    </dsp:sp>
    <dsp:sp modelId="{8029C79D-36FB-4DCE-99D8-86076B4A6EB9}">
      <dsp:nvSpPr>
        <dsp:cNvPr id="0" name=""/>
        <dsp:cNvSpPr/>
      </dsp:nvSpPr>
      <dsp:spPr>
        <a:xfrm>
          <a:off x="0" y="1554201"/>
          <a:ext cx="11125200" cy="1242935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046AE68-0CC5-4574-B6F6-18525C051E91}">
      <dsp:nvSpPr>
        <dsp:cNvPr id="0" name=""/>
        <dsp:cNvSpPr/>
      </dsp:nvSpPr>
      <dsp:spPr>
        <a:xfrm>
          <a:off x="375988" y="1833861"/>
          <a:ext cx="683614" cy="683614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0BBCB0C-9E7F-4E56-8342-C926E864C2EB}">
      <dsp:nvSpPr>
        <dsp:cNvPr id="0" name=""/>
        <dsp:cNvSpPr/>
      </dsp:nvSpPr>
      <dsp:spPr>
        <a:xfrm>
          <a:off x="1435590" y="1554201"/>
          <a:ext cx="9689609" cy="12429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544" tIns="131544" rIns="131544" bIns="131544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500" kern="1200"/>
            <a:t>TCP/UDP: Transmission protocols; TCP reliable, UDP faster.</a:t>
          </a:r>
          <a:endParaRPr lang="en-US" sz="2500" kern="1200"/>
        </a:p>
      </dsp:txBody>
      <dsp:txXfrm>
        <a:off x="1435590" y="1554201"/>
        <a:ext cx="9689609" cy="1242935"/>
      </dsp:txXfrm>
    </dsp:sp>
    <dsp:sp modelId="{F5684637-B3FB-49EE-B491-8BE73F0A1F0B}">
      <dsp:nvSpPr>
        <dsp:cNvPr id="0" name=""/>
        <dsp:cNvSpPr/>
      </dsp:nvSpPr>
      <dsp:spPr>
        <a:xfrm>
          <a:off x="0" y="3107870"/>
          <a:ext cx="11125200" cy="1242935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3A13726-649A-4BEF-87A2-8304ED7A1975}">
      <dsp:nvSpPr>
        <dsp:cNvPr id="0" name=""/>
        <dsp:cNvSpPr/>
      </dsp:nvSpPr>
      <dsp:spPr>
        <a:xfrm>
          <a:off x="375988" y="3387531"/>
          <a:ext cx="683614" cy="683614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F0F47AE-5066-457B-A1E6-8EDBB323A615}">
      <dsp:nvSpPr>
        <dsp:cNvPr id="0" name=""/>
        <dsp:cNvSpPr/>
      </dsp:nvSpPr>
      <dsp:spPr>
        <a:xfrm>
          <a:off x="1435590" y="3107870"/>
          <a:ext cx="9689609" cy="12429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544" tIns="131544" rIns="131544" bIns="131544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500" kern="1200"/>
            <a:t>IP: Defines addressing and routing across networks.</a:t>
          </a:r>
          <a:endParaRPr lang="en-US" sz="2500" kern="1200"/>
        </a:p>
      </dsp:txBody>
      <dsp:txXfrm>
        <a:off x="1435590" y="3107870"/>
        <a:ext cx="9689609" cy="1242935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318BDB4-2D5B-4F58-BCE5-42485311935E}">
      <dsp:nvSpPr>
        <dsp:cNvPr id="0" name=""/>
        <dsp:cNvSpPr/>
      </dsp:nvSpPr>
      <dsp:spPr>
        <a:xfrm>
          <a:off x="0" y="531"/>
          <a:ext cx="11125200" cy="1242935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BB4539B-4D5A-45C5-95EC-ABFE344A3BFA}">
      <dsp:nvSpPr>
        <dsp:cNvPr id="0" name=""/>
        <dsp:cNvSpPr/>
      </dsp:nvSpPr>
      <dsp:spPr>
        <a:xfrm>
          <a:off x="375988" y="280191"/>
          <a:ext cx="683614" cy="683614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B61C20F-674A-4816-B2A9-7DF452662724}">
      <dsp:nvSpPr>
        <dsp:cNvPr id="0" name=""/>
        <dsp:cNvSpPr/>
      </dsp:nvSpPr>
      <dsp:spPr>
        <a:xfrm>
          <a:off x="1435590" y="531"/>
          <a:ext cx="9689609" cy="12429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544" tIns="131544" rIns="131544" bIns="131544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ICMP: Used for diagnostics (ping, traceroute).</a:t>
          </a:r>
        </a:p>
      </dsp:txBody>
      <dsp:txXfrm>
        <a:off x="1435590" y="531"/>
        <a:ext cx="9689609" cy="1242935"/>
      </dsp:txXfrm>
    </dsp:sp>
    <dsp:sp modelId="{33C92154-191E-4516-B656-FA8FC34B733A}">
      <dsp:nvSpPr>
        <dsp:cNvPr id="0" name=""/>
        <dsp:cNvSpPr/>
      </dsp:nvSpPr>
      <dsp:spPr>
        <a:xfrm>
          <a:off x="0" y="1554201"/>
          <a:ext cx="11125200" cy="1242935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A665C81-A7D7-4CB3-A307-FB104420EDBD}">
      <dsp:nvSpPr>
        <dsp:cNvPr id="0" name=""/>
        <dsp:cNvSpPr/>
      </dsp:nvSpPr>
      <dsp:spPr>
        <a:xfrm>
          <a:off x="375988" y="1833861"/>
          <a:ext cx="683614" cy="683614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510824C-6EB5-4A0D-8A86-ADAB5EEC3261}">
      <dsp:nvSpPr>
        <dsp:cNvPr id="0" name=""/>
        <dsp:cNvSpPr/>
      </dsp:nvSpPr>
      <dsp:spPr>
        <a:xfrm>
          <a:off x="1435590" y="1554201"/>
          <a:ext cx="9689609" cy="12429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544" tIns="131544" rIns="131544" bIns="131544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LDAP: Directory access and authentication.</a:t>
          </a:r>
        </a:p>
      </dsp:txBody>
      <dsp:txXfrm>
        <a:off x="1435590" y="1554201"/>
        <a:ext cx="9689609" cy="1242935"/>
      </dsp:txXfrm>
    </dsp:sp>
    <dsp:sp modelId="{4FC05310-EA4B-4FE7-B2FC-7A8B990280E3}">
      <dsp:nvSpPr>
        <dsp:cNvPr id="0" name=""/>
        <dsp:cNvSpPr/>
      </dsp:nvSpPr>
      <dsp:spPr>
        <a:xfrm>
          <a:off x="0" y="3107870"/>
          <a:ext cx="11125200" cy="1242935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8A8FFA4-95D0-4D81-8A1C-615A92B41025}">
      <dsp:nvSpPr>
        <dsp:cNvPr id="0" name=""/>
        <dsp:cNvSpPr/>
      </dsp:nvSpPr>
      <dsp:spPr>
        <a:xfrm>
          <a:off x="375988" y="3387531"/>
          <a:ext cx="683614" cy="683614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8CB908C-B1E9-452D-BA95-18F9976EB3D6}">
      <dsp:nvSpPr>
        <dsp:cNvPr id="0" name=""/>
        <dsp:cNvSpPr/>
      </dsp:nvSpPr>
      <dsp:spPr>
        <a:xfrm>
          <a:off x="1435590" y="3107870"/>
          <a:ext cx="9689609" cy="12429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544" tIns="131544" rIns="131544" bIns="131544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QUIC: New protocol combining reliability and speed (used by Google).</a:t>
          </a:r>
        </a:p>
      </dsp:txBody>
      <dsp:txXfrm>
        <a:off x="1435590" y="3107870"/>
        <a:ext cx="9689609" cy="1242935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E8AB2D7-3E40-4942-ADF1-0C59036E0CF3}">
      <dsp:nvSpPr>
        <dsp:cNvPr id="0" name=""/>
        <dsp:cNvSpPr/>
      </dsp:nvSpPr>
      <dsp:spPr>
        <a:xfrm>
          <a:off x="0" y="3399"/>
          <a:ext cx="11125200" cy="724089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32212F4-B13C-4F55-925E-5F7B91AD1BB4}">
      <dsp:nvSpPr>
        <dsp:cNvPr id="0" name=""/>
        <dsp:cNvSpPr/>
      </dsp:nvSpPr>
      <dsp:spPr>
        <a:xfrm>
          <a:off x="219037" y="166319"/>
          <a:ext cx="398249" cy="398249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C970756-8ACD-4323-9780-FF008A79296E}">
      <dsp:nvSpPr>
        <dsp:cNvPr id="0" name=""/>
        <dsp:cNvSpPr/>
      </dsp:nvSpPr>
      <dsp:spPr>
        <a:xfrm>
          <a:off x="836323" y="3399"/>
          <a:ext cx="10288876" cy="7240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633" tIns="76633" rIns="76633" bIns="76633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User Authentication</a:t>
          </a:r>
        </a:p>
      </dsp:txBody>
      <dsp:txXfrm>
        <a:off x="836323" y="3399"/>
        <a:ext cx="10288876" cy="724089"/>
      </dsp:txXfrm>
    </dsp:sp>
    <dsp:sp modelId="{6EC14DC7-421F-494E-8096-39BEE0F33899}">
      <dsp:nvSpPr>
        <dsp:cNvPr id="0" name=""/>
        <dsp:cNvSpPr/>
      </dsp:nvSpPr>
      <dsp:spPr>
        <a:xfrm>
          <a:off x="0" y="908511"/>
          <a:ext cx="11125200" cy="724089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2D198D2-889D-4244-9927-C214BC8D1372}">
      <dsp:nvSpPr>
        <dsp:cNvPr id="0" name=""/>
        <dsp:cNvSpPr/>
      </dsp:nvSpPr>
      <dsp:spPr>
        <a:xfrm>
          <a:off x="219037" y="1071431"/>
          <a:ext cx="398249" cy="398249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37D733C-4FD7-4F5F-AC9B-2631B0B235EF}">
      <dsp:nvSpPr>
        <dsp:cNvPr id="0" name=""/>
        <dsp:cNvSpPr/>
      </dsp:nvSpPr>
      <dsp:spPr>
        <a:xfrm>
          <a:off x="836323" y="908511"/>
          <a:ext cx="10288876" cy="7240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633" tIns="76633" rIns="76633" bIns="76633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Access Control Lists (ACLs)</a:t>
          </a:r>
        </a:p>
      </dsp:txBody>
      <dsp:txXfrm>
        <a:off x="836323" y="908511"/>
        <a:ext cx="10288876" cy="724089"/>
      </dsp:txXfrm>
    </dsp:sp>
    <dsp:sp modelId="{F842C2AB-2200-42DC-B038-B1A2F6944E17}">
      <dsp:nvSpPr>
        <dsp:cNvPr id="0" name=""/>
        <dsp:cNvSpPr/>
      </dsp:nvSpPr>
      <dsp:spPr>
        <a:xfrm>
          <a:off x="0" y="1813624"/>
          <a:ext cx="11125200" cy="724089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E0AEFC3-344B-4706-9069-29F6D560964C}">
      <dsp:nvSpPr>
        <dsp:cNvPr id="0" name=""/>
        <dsp:cNvSpPr/>
      </dsp:nvSpPr>
      <dsp:spPr>
        <a:xfrm>
          <a:off x="219037" y="1976544"/>
          <a:ext cx="398249" cy="398249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5966F5E-1A79-4F30-B3D5-62B61A81AEFF}">
      <dsp:nvSpPr>
        <dsp:cNvPr id="0" name=""/>
        <dsp:cNvSpPr/>
      </dsp:nvSpPr>
      <dsp:spPr>
        <a:xfrm>
          <a:off x="836323" y="1813624"/>
          <a:ext cx="10288876" cy="7240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633" tIns="76633" rIns="76633" bIns="76633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File System Encryption</a:t>
          </a:r>
        </a:p>
      </dsp:txBody>
      <dsp:txXfrm>
        <a:off x="836323" y="1813624"/>
        <a:ext cx="10288876" cy="724089"/>
      </dsp:txXfrm>
    </dsp:sp>
    <dsp:sp modelId="{7458909A-6E7B-4D18-A32F-49867CB6CDAC}">
      <dsp:nvSpPr>
        <dsp:cNvPr id="0" name=""/>
        <dsp:cNvSpPr/>
      </dsp:nvSpPr>
      <dsp:spPr>
        <a:xfrm>
          <a:off x="0" y="2718736"/>
          <a:ext cx="11125200" cy="724089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D611393-59E1-4E02-AD48-C04A4FDC7437}">
      <dsp:nvSpPr>
        <dsp:cNvPr id="0" name=""/>
        <dsp:cNvSpPr/>
      </dsp:nvSpPr>
      <dsp:spPr>
        <a:xfrm>
          <a:off x="219037" y="2881656"/>
          <a:ext cx="398249" cy="398249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E2773EF-A79A-44C7-BA91-EA1F9E4F7E62}">
      <dsp:nvSpPr>
        <dsp:cNvPr id="0" name=""/>
        <dsp:cNvSpPr/>
      </dsp:nvSpPr>
      <dsp:spPr>
        <a:xfrm>
          <a:off x="836323" y="2718736"/>
          <a:ext cx="10288876" cy="7240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633" tIns="76633" rIns="76633" bIns="76633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Firewalls &amp; Intrusion Detection</a:t>
          </a:r>
        </a:p>
      </dsp:txBody>
      <dsp:txXfrm>
        <a:off x="836323" y="2718736"/>
        <a:ext cx="10288876" cy="724089"/>
      </dsp:txXfrm>
    </dsp:sp>
    <dsp:sp modelId="{C90DBE1A-CF2D-4531-82C3-B043C3606EC2}">
      <dsp:nvSpPr>
        <dsp:cNvPr id="0" name=""/>
        <dsp:cNvSpPr/>
      </dsp:nvSpPr>
      <dsp:spPr>
        <a:xfrm>
          <a:off x="0" y="3623848"/>
          <a:ext cx="11125200" cy="724089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C196A61-40F4-49F6-889F-97B36AD33FDB}">
      <dsp:nvSpPr>
        <dsp:cNvPr id="0" name=""/>
        <dsp:cNvSpPr/>
      </dsp:nvSpPr>
      <dsp:spPr>
        <a:xfrm>
          <a:off x="219037" y="3786768"/>
          <a:ext cx="398249" cy="398249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8ADFB9D-BB6E-4F50-B408-6BD21DFCFFDB}">
      <dsp:nvSpPr>
        <dsp:cNvPr id="0" name=""/>
        <dsp:cNvSpPr/>
      </dsp:nvSpPr>
      <dsp:spPr>
        <a:xfrm>
          <a:off x="836323" y="3623848"/>
          <a:ext cx="10288876" cy="7240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633" tIns="76633" rIns="76633" bIns="76633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Secure Boot &amp; Kernel Protection</a:t>
          </a:r>
        </a:p>
      </dsp:txBody>
      <dsp:txXfrm>
        <a:off x="836323" y="3623848"/>
        <a:ext cx="10288876" cy="724089"/>
      </dsp:txXfrm>
    </dsp:sp>
  </dsp:spTree>
</dsp:drawing>
</file>

<file path=ppt/diagrams/drawing1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B5E392D-3BE6-473C-9994-C2B4656190E4}">
      <dsp:nvSpPr>
        <dsp:cNvPr id="0" name=""/>
        <dsp:cNvSpPr/>
      </dsp:nvSpPr>
      <dsp:spPr>
        <a:xfrm>
          <a:off x="0" y="3399"/>
          <a:ext cx="11125200" cy="724089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E29330E-4CC3-4E21-B36A-49255F63BCF8}">
      <dsp:nvSpPr>
        <dsp:cNvPr id="0" name=""/>
        <dsp:cNvSpPr/>
      </dsp:nvSpPr>
      <dsp:spPr>
        <a:xfrm>
          <a:off x="219037" y="166319"/>
          <a:ext cx="398249" cy="398249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F73F5A6-6B30-4C55-830F-FE5B0F621FB9}">
      <dsp:nvSpPr>
        <dsp:cNvPr id="0" name=""/>
        <dsp:cNvSpPr/>
      </dsp:nvSpPr>
      <dsp:spPr>
        <a:xfrm>
          <a:off x="836323" y="3399"/>
          <a:ext cx="10288876" cy="7240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633" tIns="76633" rIns="76633" bIns="76633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Sandboxing &amp; Process Isolation</a:t>
          </a:r>
        </a:p>
      </dsp:txBody>
      <dsp:txXfrm>
        <a:off x="836323" y="3399"/>
        <a:ext cx="10288876" cy="724089"/>
      </dsp:txXfrm>
    </dsp:sp>
    <dsp:sp modelId="{44F68157-E874-4FDB-8423-F77DBDF37A19}">
      <dsp:nvSpPr>
        <dsp:cNvPr id="0" name=""/>
        <dsp:cNvSpPr/>
      </dsp:nvSpPr>
      <dsp:spPr>
        <a:xfrm>
          <a:off x="0" y="908511"/>
          <a:ext cx="11125200" cy="724089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92254C8-52A9-4DDC-A756-58B7C78DFA5F}">
      <dsp:nvSpPr>
        <dsp:cNvPr id="0" name=""/>
        <dsp:cNvSpPr/>
      </dsp:nvSpPr>
      <dsp:spPr>
        <a:xfrm>
          <a:off x="219037" y="1071431"/>
          <a:ext cx="398249" cy="398249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D3D1C60-2748-4D19-8A8B-55F4F7056A7D}">
      <dsp:nvSpPr>
        <dsp:cNvPr id="0" name=""/>
        <dsp:cNvSpPr/>
      </dsp:nvSpPr>
      <dsp:spPr>
        <a:xfrm>
          <a:off x="836323" y="908511"/>
          <a:ext cx="10288876" cy="7240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633" tIns="76633" rIns="76633" bIns="76633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Patch Management</a:t>
          </a:r>
        </a:p>
      </dsp:txBody>
      <dsp:txXfrm>
        <a:off x="836323" y="908511"/>
        <a:ext cx="10288876" cy="724089"/>
      </dsp:txXfrm>
    </dsp:sp>
    <dsp:sp modelId="{452070B3-E2A8-45EE-A22B-DE910B65A71E}">
      <dsp:nvSpPr>
        <dsp:cNvPr id="0" name=""/>
        <dsp:cNvSpPr/>
      </dsp:nvSpPr>
      <dsp:spPr>
        <a:xfrm>
          <a:off x="0" y="1813624"/>
          <a:ext cx="11125200" cy="724089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5AD87F1-6ED3-4132-8AB0-B9F678DB2911}">
      <dsp:nvSpPr>
        <dsp:cNvPr id="0" name=""/>
        <dsp:cNvSpPr/>
      </dsp:nvSpPr>
      <dsp:spPr>
        <a:xfrm>
          <a:off x="219037" y="1976544"/>
          <a:ext cx="398249" cy="398249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0F7F0C0-983E-4B2D-BF39-B24A9D97C345}">
      <dsp:nvSpPr>
        <dsp:cNvPr id="0" name=""/>
        <dsp:cNvSpPr/>
      </dsp:nvSpPr>
      <dsp:spPr>
        <a:xfrm>
          <a:off x="836323" y="1813624"/>
          <a:ext cx="10288876" cy="7240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633" tIns="76633" rIns="76633" bIns="76633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Malware Protection &amp; Integrity Checking</a:t>
          </a:r>
        </a:p>
      </dsp:txBody>
      <dsp:txXfrm>
        <a:off x="836323" y="1813624"/>
        <a:ext cx="10288876" cy="724089"/>
      </dsp:txXfrm>
    </dsp:sp>
    <dsp:sp modelId="{7D80E581-D73B-41EC-8AB9-46FD8CDE8069}">
      <dsp:nvSpPr>
        <dsp:cNvPr id="0" name=""/>
        <dsp:cNvSpPr/>
      </dsp:nvSpPr>
      <dsp:spPr>
        <a:xfrm>
          <a:off x="0" y="2718736"/>
          <a:ext cx="11125200" cy="724089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BC4A99B-EC3A-47AD-817F-3EFCF2348010}">
      <dsp:nvSpPr>
        <dsp:cNvPr id="0" name=""/>
        <dsp:cNvSpPr/>
      </dsp:nvSpPr>
      <dsp:spPr>
        <a:xfrm>
          <a:off x="219037" y="2881656"/>
          <a:ext cx="398249" cy="398249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F1EBC3E-CDB6-4ED4-9062-D26E321D4B39}">
      <dsp:nvSpPr>
        <dsp:cNvPr id="0" name=""/>
        <dsp:cNvSpPr/>
      </dsp:nvSpPr>
      <dsp:spPr>
        <a:xfrm>
          <a:off x="836323" y="2718736"/>
          <a:ext cx="10288876" cy="7240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633" tIns="76633" rIns="76633" bIns="76633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Audit Logs &amp; Security Monitoring</a:t>
          </a:r>
        </a:p>
      </dsp:txBody>
      <dsp:txXfrm>
        <a:off x="836323" y="2718736"/>
        <a:ext cx="10288876" cy="724089"/>
      </dsp:txXfrm>
    </dsp:sp>
    <dsp:sp modelId="{DDBA8266-0945-4A75-B42F-F42F6CCED31A}">
      <dsp:nvSpPr>
        <dsp:cNvPr id="0" name=""/>
        <dsp:cNvSpPr/>
      </dsp:nvSpPr>
      <dsp:spPr>
        <a:xfrm>
          <a:off x="0" y="3623848"/>
          <a:ext cx="11125200" cy="724089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94D8B07-1184-4CBF-A31B-9B5CB73273B8}">
      <dsp:nvSpPr>
        <dsp:cNvPr id="0" name=""/>
        <dsp:cNvSpPr/>
      </dsp:nvSpPr>
      <dsp:spPr>
        <a:xfrm>
          <a:off x="219037" y="3786768"/>
          <a:ext cx="398249" cy="398249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32F78E3-94FE-4991-84A3-88FEA135B7E4}">
      <dsp:nvSpPr>
        <dsp:cNvPr id="0" name=""/>
        <dsp:cNvSpPr/>
      </dsp:nvSpPr>
      <dsp:spPr>
        <a:xfrm>
          <a:off x="836323" y="3623848"/>
          <a:ext cx="10288876" cy="7240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633" tIns="76633" rIns="76633" bIns="76633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Backup &amp; Recovery Mechanisms</a:t>
          </a:r>
        </a:p>
      </dsp:txBody>
      <dsp:txXfrm>
        <a:off x="836323" y="3623848"/>
        <a:ext cx="10288876" cy="72408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10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0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C412D67-2B4E-9F55-6EDC-F2256BD0218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5668C3D-E520-C942-CFB7-27E263C06F0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D5296E7-6EEA-4CEF-8F27-97AAB1939405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5EDE418-482A-7A43-F10A-2705951C158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43D5FD8-B708-FF93-D8FD-7A2F3AD6180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78EA95-EEDE-466E-B94C-8B572EEF9C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899486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ackground pattern&#10;&#10;Description automatically generated">
            <a:extLst>
              <a:ext uri="{FF2B5EF4-FFF2-40B4-BE49-F238E27FC236}">
                <a16:creationId xmlns:a16="http://schemas.microsoft.com/office/drawing/2014/main" id="{0EA10B1E-4FA2-D72F-F444-DB648FFEBB9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82" t="1147" b="4270"/>
          <a:stretch/>
        </p:blipFill>
        <p:spPr>
          <a:xfrm>
            <a:off x="-28124" y="0"/>
            <a:ext cx="12220123" cy="6858000"/>
          </a:xfrm>
          <a:prstGeom prst="rect">
            <a:avLst/>
          </a:prstGeom>
        </p:spPr>
      </p:pic>
      <p:sp>
        <p:nvSpPr>
          <p:cNvPr id="16" name="Title 1">
            <a:extLst>
              <a:ext uri="{FF2B5EF4-FFF2-40B4-BE49-F238E27FC236}">
                <a16:creationId xmlns:a16="http://schemas.microsoft.com/office/drawing/2014/main" id="{F6931615-3EFD-406D-8CAB-500F498BBC2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089891" y="3006522"/>
            <a:ext cx="8937171" cy="1421928"/>
          </a:xfrm>
          <a:noFill/>
        </p:spPr>
        <p:txBody>
          <a:bodyPr wrap="square" rtlCol="0">
            <a:spAutoFit/>
          </a:bodyPr>
          <a:lstStyle>
            <a:lvl1pPr>
              <a:defRPr lang="en-US" sz="4800" b="1" dirty="0">
                <a:solidFill>
                  <a:schemeClr val="bg1"/>
                </a:solidFill>
                <a:latin typeface="Frutiger 45 Light" pitchFamily="2" charset="0"/>
                <a:ea typeface="Frutiger 45 Light" pitchFamily="2" charset="0"/>
                <a:cs typeface="Calibri" panose="020F0502020204030204" pitchFamily="34" charset="0"/>
              </a:defRPr>
            </a:lvl1pPr>
          </a:lstStyle>
          <a:p>
            <a:pPr marL="0" lvl="0"/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51413D66-879B-990C-642E-1E1E0D8F30F0}"/>
              </a:ext>
            </a:extLst>
          </p:cNvPr>
          <p:cNvSpPr txBox="1">
            <a:spLocks/>
          </p:cNvSpPr>
          <p:nvPr userDrawn="1"/>
        </p:nvSpPr>
        <p:spPr>
          <a:xfrm>
            <a:off x="1089891" y="4473456"/>
            <a:ext cx="8937171" cy="438582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800" b="1" kern="1200" dirty="0">
                <a:solidFill>
                  <a:schemeClr val="bg1"/>
                </a:solidFill>
                <a:latin typeface="Frutiger 45 Light" pitchFamily="2" charset="0"/>
                <a:ea typeface="Frutiger 45 Light" pitchFamily="2" charset="0"/>
                <a:cs typeface="Calibri" panose="020F0502020204030204" pitchFamily="34" charset="0"/>
              </a:defRPr>
            </a:lvl1pPr>
          </a:lstStyle>
          <a:p>
            <a:r>
              <a:rPr lang="en-US" sz="2500" dirty="0"/>
              <a:t>Click to edit Master title style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5EFC81-BEEE-352B-0244-DD36B67B80C9}"/>
              </a:ext>
            </a:extLst>
          </p:cNvPr>
          <p:cNvSpPr txBox="1">
            <a:spLocks/>
          </p:cNvSpPr>
          <p:nvPr userDrawn="1"/>
        </p:nvSpPr>
        <p:spPr>
          <a:xfrm>
            <a:off x="1089890" y="5390740"/>
            <a:ext cx="8937171" cy="332079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800" b="1" kern="1200" dirty="0">
                <a:solidFill>
                  <a:schemeClr val="bg1"/>
                </a:solidFill>
                <a:latin typeface="Frutiger 45 Light" pitchFamily="2" charset="0"/>
                <a:ea typeface="Frutiger 45 Light" pitchFamily="2" charset="0"/>
                <a:cs typeface="Calibri" panose="020F0502020204030204" pitchFamily="34" charset="0"/>
              </a:defRPr>
            </a:lvl1pPr>
          </a:lstStyle>
          <a:p>
            <a:pPr>
              <a:lnSpc>
                <a:spcPts val="2000"/>
              </a:lnSpc>
            </a:pPr>
            <a:r>
              <a:rPr lang="en-US" sz="1400" b="0" dirty="0"/>
              <a:t>May, 2025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5A4A541-3236-7C7A-108F-C328E38F391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64934" y="323988"/>
            <a:ext cx="2323604" cy="6600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5855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13">
            <a:extLst>
              <a:ext uri="{FF2B5EF4-FFF2-40B4-BE49-F238E27FC236}">
                <a16:creationId xmlns:a16="http://schemas.microsoft.com/office/drawing/2014/main" id="{9B01B99F-2CE5-433C-8F7A-483D41C4A99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33399" y="469835"/>
            <a:ext cx="11125200" cy="434975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en-US" sz="3200" b="1" kern="1200" dirty="0">
                <a:solidFill>
                  <a:srgbClr val="595959"/>
                </a:solidFill>
                <a:latin typeface="Frutiger 45 bold"/>
                <a:ea typeface="+mn-ea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</a:pPr>
            <a:r>
              <a:rPr lang="en-US" dirty="0"/>
              <a:t>Title Here</a:t>
            </a:r>
          </a:p>
        </p:txBody>
      </p:sp>
      <p:pic>
        <p:nvPicPr>
          <p:cNvPr id="22" name="Picture 21" descr="Background pattern&#10;&#10;Description automatically generated">
            <a:extLst>
              <a:ext uri="{FF2B5EF4-FFF2-40B4-BE49-F238E27FC236}">
                <a16:creationId xmlns:a16="http://schemas.microsoft.com/office/drawing/2014/main" id="{27D409DF-402A-DD18-BFCE-8888573143B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10813091" y="5882639"/>
            <a:ext cx="1388513" cy="989973"/>
          </a:xfrm>
          <a:prstGeom prst="rect">
            <a:avLst/>
          </a:prstGeom>
        </p:spPr>
      </p:pic>
      <p:sp>
        <p:nvSpPr>
          <p:cNvPr id="23" name="Marcador de número de diapositiva 5">
            <a:extLst>
              <a:ext uri="{FF2B5EF4-FFF2-40B4-BE49-F238E27FC236}">
                <a16:creationId xmlns:a16="http://schemas.microsoft.com/office/drawing/2014/main" id="{B982187F-CBBE-F09C-0F6F-730E0F0B1244}"/>
              </a:ext>
            </a:extLst>
          </p:cNvPr>
          <p:cNvSpPr txBox="1">
            <a:spLocks/>
          </p:cNvSpPr>
          <p:nvPr userDrawn="1"/>
        </p:nvSpPr>
        <p:spPr>
          <a:xfrm>
            <a:off x="11221092" y="6437871"/>
            <a:ext cx="828094" cy="324138"/>
          </a:xfrm>
          <a:prstGeom prst="rect">
            <a:avLst/>
          </a:prstGeom>
        </p:spPr>
        <p:txBody>
          <a:bodyPr lIns="104891" tIns="52445" rIns="104891" bIns="52445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FF439014-E629-42E3-A58B-61A0F1C8CFFE}" type="slidenum">
              <a:rPr lang="en-US" sz="1200" b="0" smtClean="0">
                <a:solidFill>
                  <a:srgbClr val="00001E"/>
                </a:solidFill>
                <a:latin typeface="Frutiger 45 Light" pitchFamily="2" charset="0"/>
                <a:cs typeface="Calibri" panose="020F0502020204030204" pitchFamily="34" charset="0"/>
              </a:rPr>
              <a:pPr algn="r"/>
              <a:t>‹#›</a:t>
            </a:fld>
            <a:endParaRPr lang="en-US" sz="1200" b="0" dirty="0">
              <a:solidFill>
                <a:srgbClr val="00001E"/>
              </a:solidFill>
              <a:latin typeface="Frutiger 45 Light" pitchFamily="2" charset="0"/>
              <a:cs typeface="Calibri" panose="020F0502020204030204" pitchFamily="34" charset="0"/>
            </a:endParaRP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8E5456A7-BE66-D18D-4755-5BE1D37DDEF5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533400" y="1822450"/>
            <a:ext cx="11125200" cy="4351338"/>
          </a:xfrm>
        </p:spPr>
        <p:txBody>
          <a:bodyPr>
            <a:normAutofit/>
          </a:bodyPr>
          <a:lstStyle>
            <a:lvl1pPr>
              <a:defRPr lang="en-US" sz="1200" b="1" dirty="0" smtClean="0">
                <a:solidFill>
                  <a:srgbClr val="595959"/>
                </a:solidFill>
                <a:latin typeface="Frutiger 45 Light" pitchFamily="2" charset="0"/>
              </a:defRPr>
            </a:lvl1pPr>
            <a:lvl2pPr>
              <a:defRPr sz="1200">
                <a:solidFill>
                  <a:srgbClr val="595959"/>
                </a:solidFill>
                <a:latin typeface="Frutiger 45 Light" pitchFamily="2" charset="0"/>
              </a:defRPr>
            </a:lvl2pPr>
            <a:lvl3pPr>
              <a:defRPr sz="1200">
                <a:solidFill>
                  <a:srgbClr val="595959"/>
                </a:solidFill>
                <a:latin typeface="Frutiger 45 Light" pitchFamily="2" charset="0"/>
              </a:defRPr>
            </a:lvl3pPr>
            <a:lvl4pPr>
              <a:defRPr sz="1200">
                <a:solidFill>
                  <a:srgbClr val="595959"/>
                </a:solidFill>
                <a:latin typeface="Frutiger 45 Light" pitchFamily="2" charset="0"/>
              </a:defRPr>
            </a:lvl4pPr>
            <a:lvl5pPr>
              <a:defRPr sz="1200">
                <a:solidFill>
                  <a:srgbClr val="595959"/>
                </a:solidFill>
                <a:latin typeface="Frutiger 45 Light" pitchFamily="2" charset="0"/>
              </a:defRPr>
            </a:lvl5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 Master text styles</a:t>
            </a:r>
          </a:p>
          <a:p>
            <a:pPr marL="0" lvl="1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Second level</a:t>
            </a:r>
          </a:p>
          <a:p>
            <a:pPr marL="0" lvl="2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Third level</a:t>
            </a:r>
          </a:p>
          <a:p>
            <a:pPr marL="0" lvl="3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Fourth level</a:t>
            </a:r>
          </a:p>
          <a:p>
            <a:pPr marL="0" lvl="4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092352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32" userDrawn="1">
          <p15:clr>
            <a:srgbClr val="FBAE40"/>
          </p15:clr>
        </p15:guide>
        <p15:guide id="2" pos="336" userDrawn="1">
          <p15:clr>
            <a:srgbClr val="FBAE40"/>
          </p15:clr>
        </p15:guide>
        <p15:guide id="3" orient="horz" pos="288" userDrawn="1">
          <p15:clr>
            <a:srgbClr val="FBAE40"/>
          </p15:clr>
        </p15:guide>
        <p15:guide id="4" pos="7344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EF6D7890-7A93-4CCD-A699-B1D9038F321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33398" y="1497012"/>
            <a:ext cx="11125199" cy="2978005"/>
          </a:xfrm>
        </p:spPr>
        <p:txBody>
          <a:bodyPr numCol="1"/>
          <a:lstStyle>
            <a:lvl1pPr>
              <a:lnSpc>
                <a:spcPts val="1700"/>
              </a:lnSpc>
              <a:defRPr lang="en-US" sz="2400" b="1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ts val="1700"/>
              </a:lnSpc>
              <a:defRPr lang="en-US" sz="20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42900" indent="-342900">
              <a:lnSpc>
                <a:spcPts val="1700"/>
              </a:lnSpc>
              <a:defRPr lang="en-US" sz="18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68325" indent="-228600">
              <a:lnSpc>
                <a:spcPts val="1700"/>
              </a:lnSpc>
              <a:buClr>
                <a:schemeClr val="tx2">
                  <a:lumMod val="50000"/>
                </a:schemeClr>
              </a:buClr>
              <a:buFont typeface="Symbol" panose="05050102010706020507" pitchFamily="18" charset="2"/>
              <a:buChar char="-"/>
              <a:defRPr sz="1400">
                <a:latin typeface="+mn-lt"/>
              </a:defRPr>
            </a:lvl4pPr>
            <a:lvl5pPr marL="914400" indent="-228600">
              <a:lnSpc>
                <a:spcPts val="1700"/>
              </a:lnSpc>
              <a:buClr>
                <a:schemeClr val="tx2">
                  <a:lumMod val="50000"/>
                </a:schemeClr>
              </a:buClr>
              <a:buFont typeface="Symbol" panose="05050102010706020507" pitchFamily="18" charset="2"/>
              <a:buChar char="-"/>
              <a:defRPr sz="1400">
                <a:latin typeface="+mn-lt"/>
              </a:defRPr>
            </a:lvl5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 Master text styles</a:t>
            </a:r>
          </a:p>
          <a:p>
            <a:pPr marL="0" lvl="1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Second level</a:t>
            </a:r>
          </a:p>
          <a:p>
            <a:pPr marL="0" lvl="2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Third level</a:t>
            </a:r>
          </a:p>
          <a:p>
            <a:pPr marL="0" lvl="3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Fourth level</a:t>
            </a:r>
          </a:p>
          <a:p>
            <a:pPr marL="0" lvl="4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Fifth level</a:t>
            </a:r>
          </a:p>
        </p:txBody>
      </p:sp>
      <p:sp>
        <p:nvSpPr>
          <p:cNvPr id="11" name="Text Placeholder 13">
            <a:extLst>
              <a:ext uri="{FF2B5EF4-FFF2-40B4-BE49-F238E27FC236}">
                <a16:creationId xmlns:a16="http://schemas.microsoft.com/office/drawing/2014/main" id="{D4C9993D-5B34-D7A9-0B1C-5708E2ECAE8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33399" y="469835"/>
            <a:ext cx="11125200" cy="434975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en-US" sz="3200" b="1" kern="1200" dirty="0">
                <a:solidFill>
                  <a:srgbClr val="595959"/>
                </a:solidFill>
                <a:latin typeface="Frutiger 45 bold"/>
                <a:ea typeface="+mn-ea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</a:pPr>
            <a:r>
              <a:rPr lang="en-US" dirty="0"/>
              <a:t>Title Here</a:t>
            </a:r>
          </a:p>
        </p:txBody>
      </p:sp>
      <p:pic>
        <p:nvPicPr>
          <p:cNvPr id="7" name="Picture 6" descr="Background pattern&#10;&#10;Description automatically generated">
            <a:extLst>
              <a:ext uri="{FF2B5EF4-FFF2-40B4-BE49-F238E27FC236}">
                <a16:creationId xmlns:a16="http://schemas.microsoft.com/office/drawing/2014/main" id="{438F9EE4-1525-DA32-B6BF-F9D4E4DA00C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10813091" y="5882639"/>
            <a:ext cx="1388513" cy="989973"/>
          </a:xfrm>
          <a:prstGeom prst="rect">
            <a:avLst/>
          </a:prstGeom>
        </p:spPr>
      </p:pic>
      <p:sp>
        <p:nvSpPr>
          <p:cNvPr id="8" name="Marcador de número de diapositiva 5">
            <a:extLst>
              <a:ext uri="{FF2B5EF4-FFF2-40B4-BE49-F238E27FC236}">
                <a16:creationId xmlns:a16="http://schemas.microsoft.com/office/drawing/2014/main" id="{E9EC46A4-50CA-5032-642E-472F2C66E949}"/>
              </a:ext>
            </a:extLst>
          </p:cNvPr>
          <p:cNvSpPr txBox="1">
            <a:spLocks/>
          </p:cNvSpPr>
          <p:nvPr userDrawn="1"/>
        </p:nvSpPr>
        <p:spPr>
          <a:xfrm>
            <a:off x="11221092" y="6437871"/>
            <a:ext cx="828094" cy="324138"/>
          </a:xfrm>
          <a:prstGeom prst="rect">
            <a:avLst/>
          </a:prstGeom>
        </p:spPr>
        <p:txBody>
          <a:bodyPr lIns="104891" tIns="52445" rIns="104891" bIns="52445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FF439014-E629-42E3-A58B-61A0F1C8CFFE}" type="slidenum">
              <a:rPr lang="en-US" sz="1200" b="0" smtClean="0">
                <a:solidFill>
                  <a:srgbClr val="00001E"/>
                </a:solidFill>
                <a:latin typeface="Frutiger 45 Light" pitchFamily="2" charset="0"/>
                <a:cs typeface="Calibri" panose="020F0502020204030204" pitchFamily="34" charset="0"/>
              </a:rPr>
              <a:pPr algn="r"/>
              <a:t>‹#›</a:t>
            </a:fld>
            <a:endParaRPr lang="en-US" sz="1200" b="0" dirty="0">
              <a:solidFill>
                <a:srgbClr val="00001E"/>
              </a:solidFill>
              <a:latin typeface="Frutiger 45 Light" pitchFamily="2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9586574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36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EF6D7890-7A93-4CCD-A699-B1D9038F321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33398" y="1497012"/>
            <a:ext cx="11125199" cy="2978005"/>
          </a:xfrm>
        </p:spPr>
        <p:txBody>
          <a:bodyPr numCol="2">
            <a:normAutofit/>
          </a:bodyPr>
          <a:lstStyle>
            <a:lvl1pPr>
              <a:lnSpc>
                <a:spcPts val="1700"/>
              </a:lnSpc>
              <a:defRPr lang="en-US" sz="1400" b="1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ts val="1700"/>
              </a:lnSpc>
              <a:defRPr lang="en-US" sz="14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42900" indent="-342900">
              <a:lnSpc>
                <a:spcPts val="1700"/>
              </a:lnSpc>
              <a:defRPr lang="en-US" sz="14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68325" indent="-228600">
              <a:lnSpc>
                <a:spcPts val="1700"/>
              </a:lnSpc>
              <a:buClr>
                <a:schemeClr val="tx2">
                  <a:lumMod val="50000"/>
                </a:schemeClr>
              </a:buClr>
              <a:buFont typeface="Symbol" panose="05050102010706020507" pitchFamily="18" charset="2"/>
              <a:buChar char="-"/>
              <a:defRPr sz="1400">
                <a:latin typeface="+mn-lt"/>
              </a:defRPr>
            </a:lvl4pPr>
            <a:lvl5pPr marL="914400" indent="-228600">
              <a:lnSpc>
                <a:spcPts val="1700"/>
              </a:lnSpc>
              <a:buClr>
                <a:schemeClr val="tx2">
                  <a:lumMod val="50000"/>
                </a:schemeClr>
              </a:buClr>
              <a:buFont typeface="Symbol" panose="05050102010706020507" pitchFamily="18" charset="2"/>
              <a:buChar char="-"/>
              <a:defRPr sz="1400">
                <a:latin typeface="+mn-lt"/>
              </a:defRPr>
            </a:lvl5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 Master text styles</a:t>
            </a:r>
          </a:p>
          <a:p>
            <a:pPr marL="0" lvl="1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Second level</a:t>
            </a:r>
          </a:p>
          <a:p>
            <a:pPr marL="0" lvl="2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Third level</a:t>
            </a:r>
          </a:p>
          <a:p>
            <a:pPr marL="0" lvl="3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Fourth level</a:t>
            </a:r>
          </a:p>
          <a:p>
            <a:pPr marL="0" lvl="4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Fifth level</a:t>
            </a:r>
          </a:p>
        </p:txBody>
      </p:sp>
      <p:sp>
        <p:nvSpPr>
          <p:cNvPr id="11" name="Text Placeholder 13">
            <a:extLst>
              <a:ext uri="{FF2B5EF4-FFF2-40B4-BE49-F238E27FC236}">
                <a16:creationId xmlns:a16="http://schemas.microsoft.com/office/drawing/2014/main" id="{D4C9993D-5B34-D7A9-0B1C-5708E2ECAE8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33399" y="469835"/>
            <a:ext cx="11125200" cy="434975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en-US" sz="3200" b="1" kern="1200" dirty="0">
                <a:solidFill>
                  <a:srgbClr val="595959"/>
                </a:solidFill>
                <a:latin typeface="Frutiger 45 bold"/>
                <a:ea typeface="+mn-ea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</a:pPr>
            <a:r>
              <a:rPr lang="en-US" dirty="0"/>
              <a:t>Title Here</a:t>
            </a:r>
          </a:p>
        </p:txBody>
      </p:sp>
      <p:pic>
        <p:nvPicPr>
          <p:cNvPr id="7" name="Picture 6" descr="Background pattern&#10;&#10;Description automatically generated">
            <a:extLst>
              <a:ext uri="{FF2B5EF4-FFF2-40B4-BE49-F238E27FC236}">
                <a16:creationId xmlns:a16="http://schemas.microsoft.com/office/drawing/2014/main" id="{BAEB0E49-39B0-037C-0357-6C4472DC156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10813091" y="5882639"/>
            <a:ext cx="1388513" cy="989973"/>
          </a:xfrm>
          <a:prstGeom prst="rect">
            <a:avLst/>
          </a:prstGeom>
        </p:spPr>
      </p:pic>
      <p:sp>
        <p:nvSpPr>
          <p:cNvPr id="8" name="Marcador de número de diapositiva 5">
            <a:extLst>
              <a:ext uri="{FF2B5EF4-FFF2-40B4-BE49-F238E27FC236}">
                <a16:creationId xmlns:a16="http://schemas.microsoft.com/office/drawing/2014/main" id="{4E4B298F-D75D-0E89-ED3D-DF0CF1A87E27}"/>
              </a:ext>
            </a:extLst>
          </p:cNvPr>
          <p:cNvSpPr txBox="1">
            <a:spLocks/>
          </p:cNvSpPr>
          <p:nvPr userDrawn="1"/>
        </p:nvSpPr>
        <p:spPr>
          <a:xfrm>
            <a:off x="11221092" y="6437871"/>
            <a:ext cx="828094" cy="324138"/>
          </a:xfrm>
          <a:prstGeom prst="rect">
            <a:avLst/>
          </a:prstGeom>
        </p:spPr>
        <p:txBody>
          <a:bodyPr lIns="104891" tIns="52445" rIns="104891" bIns="52445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FF439014-E629-42E3-A58B-61A0F1C8CFFE}" type="slidenum">
              <a:rPr lang="en-US" sz="1200" b="0" smtClean="0">
                <a:solidFill>
                  <a:srgbClr val="00001E"/>
                </a:solidFill>
                <a:latin typeface="Frutiger 45 Light" pitchFamily="2" charset="0"/>
                <a:cs typeface="Calibri" panose="020F0502020204030204" pitchFamily="34" charset="0"/>
              </a:rPr>
              <a:pPr algn="r"/>
              <a:t>‹#›</a:t>
            </a:fld>
            <a:endParaRPr lang="en-US" sz="1200" b="0" dirty="0">
              <a:solidFill>
                <a:srgbClr val="00001E"/>
              </a:solidFill>
              <a:latin typeface="Frutiger 45 Light" pitchFamily="2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66571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36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EF6D7890-7A93-4CCD-A699-B1D9038F321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33398" y="1497012"/>
            <a:ext cx="11125199" cy="2978005"/>
          </a:xfrm>
        </p:spPr>
        <p:txBody>
          <a:bodyPr numCol="3">
            <a:normAutofit/>
          </a:bodyPr>
          <a:lstStyle>
            <a:lvl1pPr>
              <a:lnSpc>
                <a:spcPts val="1700"/>
              </a:lnSpc>
              <a:defRPr lang="en-US" sz="1400" b="1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ts val="1700"/>
              </a:lnSpc>
              <a:defRPr lang="en-US" sz="14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42900" indent="-342900">
              <a:lnSpc>
                <a:spcPts val="1700"/>
              </a:lnSpc>
              <a:defRPr lang="en-US" sz="14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68325" indent="-228600">
              <a:lnSpc>
                <a:spcPts val="1700"/>
              </a:lnSpc>
              <a:buClr>
                <a:schemeClr val="tx2">
                  <a:lumMod val="50000"/>
                </a:schemeClr>
              </a:buClr>
              <a:buFont typeface="Symbol" panose="05050102010706020507" pitchFamily="18" charset="2"/>
              <a:buChar char="-"/>
              <a:defRPr sz="1400">
                <a:latin typeface="+mn-lt"/>
              </a:defRPr>
            </a:lvl4pPr>
            <a:lvl5pPr marL="914400" indent="-228600">
              <a:lnSpc>
                <a:spcPts val="1700"/>
              </a:lnSpc>
              <a:buClr>
                <a:schemeClr val="tx2">
                  <a:lumMod val="50000"/>
                </a:schemeClr>
              </a:buClr>
              <a:buFont typeface="Symbol" panose="05050102010706020507" pitchFamily="18" charset="2"/>
              <a:buChar char="-"/>
              <a:defRPr sz="1400">
                <a:latin typeface="+mn-lt"/>
              </a:defRPr>
            </a:lvl5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 Master text styles</a:t>
            </a:r>
          </a:p>
          <a:p>
            <a:pPr marL="0" lvl="1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Second level</a:t>
            </a:r>
          </a:p>
          <a:p>
            <a:pPr marL="0" lvl="2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Third level</a:t>
            </a:r>
          </a:p>
          <a:p>
            <a:pPr marL="0" lvl="3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Fourth level</a:t>
            </a:r>
          </a:p>
          <a:p>
            <a:pPr marL="0" lvl="4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Fifth level</a:t>
            </a:r>
          </a:p>
        </p:txBody>
      </p:sp>
      <p:sp>
        <p:nvSpPr>
          <p:cNvPr id="11" name="Text Placeholder 13">
            <a:extLst>
              <a:ext uri="{FF2B5EF4-FFF2-40B4-BE49-F238E27FC236}">
                <a16:creationId xmlns:a16="http://schemas.microsoft.com/office/drawing/2014/main" id="{D4C9993D-5B34-D7A9-0B1C-5708E2ECAE8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33399" y="469835"/>
            <a:ext cx="11125200" cy="434975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en-US" sz="3200" b="1" kern="1200" dirty="0">
                <a:solidFill>
                  <a:srgbClr val="595959"/>
                </a:solidFill>
                <a:latin typeface="Frutiger 45 bold"/>
                <a:ea typeface="+mn-ea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</a:pPr>
            <a:r>
              <a:rPr lang="en-US" dirty="0"/>
              <a:t>Title Here</a:t>
            </a:r>
          </a:p>
        </p:txBody>
      </p:sp>
      <p:pic>
        <p:nvPicPr>
          <p:cNvPr id="7" name="Picture 6" descr="Background pattern&#10;&#10;Description automatically generated">
            <a:extLst>
              <a:ext uri="{FF2B5EF4-FFF2-40B4-BE49-F238E27FC236}">
                <a16:creationId xmlns:a16="http://schemas.microsoft.com/office/drawing/2014/main" id="{07F8B13B-8E7C-F321-BF83-177D747B100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10813091" y="5882639"/>
            <a:ext cx="1388513" cy="989973"/>
          </a:xfrm>
          <a:prstGeom prst="rect">
            <a:avLst/>
          </a:prstGeom>
        </p:spPr>
      </p:pic>
      <p:sp>
        <p:nvSpPr>
          <p:cNvPr id="8" name="Marcador de número de diapositiva 5">
            <a:extLst>
              <a:ext uri="{FF2B5EF4-FFF2-40B4-BE49-F238E27FC236}">
                <a16:creationId xmlns:a16="http://schemas.microsoft.com/office/drawing/2014/main" id="{4BB16B3F-018F-71E7-B239-96DA6F36DEB4}"/>
              </a:ext>
            </a:extLst>
          </p:cNvPr>
          <p:cNvSpPr txBox="1">
            <a:spLocks/>
          </p:cNvSpPr>
          <p:nvPr userDrawn="1"/>
        </p:nvSpPr>
        <p:spPr>
          <a:xfrm>
            <a:off x="11221092" y="6437871"/>
            <a:ext cx="828094" cy="324138"/>
          </a:xfrm>
          <a:prstGeom prst="rect">
            <a:avLst/>
          </a:prstGeom>
        </p:spPr>
        <p:txBody>
          <a:bodyPr lIns="104891" tIns="52445" rIns="104891" bIns="52445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FF439014-E629-42E3-A58B-61A0F1C8CFFE}" type="slidenum">
              <a:rPr lang="en-US" sz="1200" b="0" smtClean="0">
                <a:solidFill>
                  <a:srgbClr val="00001E"/>
                </a:solidFill>
                <a:latin typeface="Frutiger 45 Light" pitchFamily="2" charset="0"/>
                <a:cs typeface="Calibri" panose="020F0502020204030204" pitchFamily="34" charset="0"/>
              </a:rPr>
              <a:pPr algn="r"/>
              <a:t>‹#›</a:t>
            </a:fld>
            <a:endParaRPr lang="en-US" sz="1200" b="0" dirty="0">
              <a:solidFill>
                <a:srgbClr val="00001E"/>
              </a:solidFill>
              <a:latin typeface="Frutiger 45 Light" pitchFamily="2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64521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36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>
            <a:extLst>
              <a:ext uri="{FF2B5EF4-FFF2-40B4-BE49-F238E27FC236}">
                <a16:creationId xmlns:a16="http://schemas.microsoft.com/office/drawing/2014/main" id="{CF55D43F-875F-4E2B-82B9-5EEDDAEA63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989299"/>
            <a:ext cx="8610601" cy="2852737"/>
          </a:xfrm>
        </p:spPr>
        <p:txBody>
          <a:bodyPr anchor="b">
            <a:normAutofit/>
          </a:bodyPr>
          <a:lstStyle>
            <a:lvl1pPr>
              <a:defRPr lang="en-US" sz="4400" b="1" kern="1200" dirty="0">
                <a:solidFill>
                  <a:srgbClr val="595959"/>
                </a:solidFill>
                <a:latin typeface="+mj-lt"/>
                <a:ea typeface="+mn-ea"/>
                <a:cs typeface="+mn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 Master title style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F18B4745-7445-43DB-B108-3CDCB28A7A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3398" y="3869024"/>
            <a:ext cx="8610602" cy="1500187"/>
          </a:xfrm>
        </p:spPr>
        <p:txBody>
          <a:bodyPr/>
          <a:lstStyle>
            <a:lvl1pPr marL="0" indent="0">
              <a:buNone/>
              <a:defRPr sz="2400">
                <a:solidFill>
                  <a:srgbClr val="595959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" name="Text Placeholder 13">
            <a:extLst>
              <a:ext uri="{FF2B5EF4-FFF2-40B4-BE49-F238E27FC236}">
                <a16:creationId xmlns:a16="http://schemas.microsoft.com/office/drawing/2014/main" id="{5A424433-CA37-48A1-EF7E-E44DEC8944A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33399" y="469835"/>
            <a:ext cx="11125200" cy="434975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en-US" sz="3200" b="1" kern="1200" dirty="0">
                <a:solidFill>
                  <a:srgbClr val="595959"/>
                </a:solidFill>
                <a:latin typeface="Frutiger 45 bold"/>
                <a:ea typeface="+mn-ea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</a:pPr>
            <a:r>
              <a:rPr lang="en-US" dirty="0"/>
              <a:t>Title Here</a:t>
            </a:r>
          </a:p>
        </p:txBody>
      </p:sp>
      <p:pic>
        <p:nvPicPr>
          <p:cNvPr id="10" name="Picture 9" descr="Background pattern&#10;&#10;Description automatically generated">
            <a:extLst>
              <a:ext uri="{FF2B5EF4-FFF2-40B4-BE49-F238E27FC236}">
                <a16:creationId xmlns:a16="http://schemas.microsoft.com/office/drawing/2014/main" id="{7B593DD1-E696-84F5-997E-395CB4B3403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10813091" y="5882639"/>
            <a:ext cx="1388513" cy="989973"/>
          </a:xfrm>
          <a:prstGeom prst="rect">
            <a:avLst/>
          </a:prstGeom>
        </p:spPr>
      </p:pic>
      <p:sp>
        <p:nvSpPr>
          <p:cNvPr id="18" name="Marcador de número de diapositiva 5">
            <a:extLst>
              <a:ext uri="{FF2B5EF4-FFF2-40B4-BE49-F238E27FC236}">
                <a16:creationId xmlns:a16="http://schemas.microsoft.com/office/drawing/2014/main" id="{179C2830-1743-9FEA-4F66-BCE7925B9DB5}"/>
              </a:ext>
            </a:extLst>
          </p:cNvPr>
          <p:cNvSpPr txBox="1">
            <a:spLocks/>
          </p:cNvSpPr>
          <p:nvPr userDrawn="1"/>
        </p:nvSpPr>
        <p:spPr>
          <a:xfrm>
            <a:off x="11221092" y="6437871"/>
            <a:ext cx="828094" cy="324138"/>
          </a:xfrm>
          <a:prstGeom prst="rect">
            <a:avLst/>
          </a:prstGeom>
        </p:spPr>
        <p:txBody>
          <a:bodyPr lIns="104891" tIns="52445" rIns="104891" bIns="52445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FF439014-E629-42E3-A58B-61A0F1C8CFFE}" type="slidenum">
              <a:rPr lang="en-US" sz="1200" b="0" smtClean="0">
                <a:solidFill>
                  <a:srgbClr val="00001E"/>
                </a:solidFill>
                <a:latin typeface="Frutiger 45 Light" pitchFamily="2" charset="0"/>
                <a:cs typeface="Calibri" panose="020F0502020204030204" pitchFamily="34" charset="0"/>
              </a:rPr>
              <a:pPr algn="r"/>
              <a:t>‹#›</a:t>
            </a:fld>
            <a:endParaRPr lang="en-US" sz="1200" b="0" dirty="0">
              <a:solidFill>
                <a:srgbClr val="00001E"/>
              </a:solidFill>
              <a:latin typeface="Frutiger 45 Light" pitchFamily="2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88861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DA6A7051-5A82-D471-602E-39E158F6B13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14" y="0"/>
            <a:ext cx="12181172" cy="6858000"/>
          </a:xfrm>
          <a:prstGeom prst="rect">
            <a:avLst/>
          </a:prstGeom>
        </p:spPr>
      </p:pic>
      <p:sp>
        <p:nvSpPr>
          <p:cNvPr id="17" name="Title 1">
            <a:extLst>
              <a:ext uri="{FF2B5EF4-FFF2-40B4-BE49-F238E27FC236}">
                <a16:creationId xmlns:a16="http://schemas.microsoft.com/office/drawing/2014/main" id="{81628252-EFFE-45BA-BB6B-80B43271D7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93242" y="1508588"/>
            <a:ext cx="5864980" cy="2852737"/>
          </a:xfrm>
        </p:spPr>
        <p:txBody>
          <a:bodyPr anchor="b">
            <a:normAutofit/>
          </a:bodyPr>
          <a:lstStyle>
            <a:lvl1pPr>
              <a:defRPr lang="en-US" sz="4400" b="1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 title style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4994D909-A7BC-465C-8A9B-65471E73FB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93242" y="4388313"/>
            <a:ext cx="586498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7921F3B-DFDD-3880-4A59-92315D909E94}"/>
              </a:ext>
            </a:extLst>
          </p:cNvPr>
          <p:cNvSpPr txBox="1"/>
          <p:nvPr userDrawn="1"/>
        </p:nvSpPr>
        <p:spPr>
          <a:xfrm>
            <a:off x="3048000" y="6425185"/>
            <a:ext cx="6096000" cy="248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</a:pPr>
            <a:r>
              <a:rPr lang="en-US" sz="1000" dirty="0">
                <a:solidFill>
                  <a:schemeClr val="bg2"/>
                </a:solidFill>
                <a:effectLst/>
                <a:latin typeface="Frutiger LT Pro 45 Light" panose="020B0403030504020204" pitchFamily="34" charset="77"/>
                <a:ea typeface="Frutiger LT Pro 45 Light" panose="020B0403030504020204" pitchFamily="34" charset="77"/>
                <a:cs typeface="Calibri" panose="020F0502020204030204" pitchFamily="34" charset="0"/>
              </a:rPr>
              <a:t>©LTIMindtree | Privileged and Confidential 2025</a:t>
            </a:r>
            <a:endParaRPr lang="en-IN" sz="1000" dirty="0">
              <a:solidFill>
                <a:schemeClr val="bg2"/>
              </a:solidFill>
              <a:effectLst/>
              <a:latin typeface="Frutiger LT Pro 45 Light" panose="020B0403030504020204" pitchFamily="34" charset="77"/>
              <a:ea typeface="Frutiger LT Pro 45 Light" panose="020B0403030504020204" pitchFamily="34" charset="77"/>
              <a:cs typeface="Calibri" panose="020F0502020204030204" pitchFamily="34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227DD45-CE2E-85E8-642D-93DED37DD35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lum bright="100000" contrast="10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341" y="6373111"/>
            <a:ext cx="1369134" cy="388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12287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BDD9C106-CE49-4F1B-A6DE-3C9818CAFB5C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533399" y="1655302"/>
            <a:ext cx="5486399" cy="4351338"/>
          </a:xfrm>
        </p:spPr>
        <p:txBody>
          <a:bodyPr/>
          <a:lstStyle>
            <a:lvl1pPr>
              <a:defRPr lang="en-US" sz="2400" b="1" dirty="0" smtClean="0">
                <a:solidFill>
                  <a:srgbClr val="595959"/>
                </a:solidFill>
                <a:latin typeface="Frutiger 45 Light" pitchFamily="2" charset="0"/>
              </a:defRPr>
            </a:lvl1pPr>
            <a:lvl2pPr>
              <a:defRPr sz="2000">
                <a:solidFill>
                  <a:srgbClr val="595959"/>
                </a:solidFill>
                <a:latin typeface="Frutiger 45 Light" pitchFamily="2" charset="0"/>
              </a:defRPr>
            </a:lvl2pPr>
            <a:lvl3pPr>
              <a:defRPr sz="1800">
                <a:solidFill>
                  <a:srgbClr val="595959"/>
                </a:solidFill>
                <a:latin typeface="Frutiger 45 Light" pitchFamily="2" charset="0"/>
              </a:defRPr>
            </a:lvl3pPr>
            <a:lvl4pPr>
              <a:defRPr sz="1400">
                <a:solidFill>
                  <a:srgbClr val="595959"/>
                </a:solidFill>
                <a:latin typeface="Frutiger 45 Light" pitchFamily="2" charset="0"/>
              </a:defRPr>
            </a:lvl4pPr>
            <a:lvl5pPr>
              <a:defRPr sz="1400">
                <a:solidFill>
                  <a:srgbClr val="595959"/>
                </a:solidFill>
                <a:latin typeface="Frutiger 45 Light" pitchFamily="2" charset="0"/>
              </a:defRPr>
            </a:lvl5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 Master text styles</a:t>
            </a:r>
          </a:p>
          <a:p>
            <a:pPr marL="0" lvl="1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Second level</a:t>
            </a:r>
          </a:p>
          <a:p>
            <a:pPr marL="0" lvl="2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Third level</a:t>
            </a:r>
          </a:p>
          <a:p>
            <a:pPr marL="0" lvl="3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Fourth level</a:t>
            </a:r>
          </a:p>
          <a:p>
            <a:pPr marL="0" lvl="4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Fifth level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0E8BB916-CDFC-439C-B0EF-513AE7B06ACB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6172201" y="1655302"/>
            <a:ext cx="5486398" cy="4351338"/>
          </a:xfrm>
        </p:spPr>
        <p:txBody>
          <a:bodyPr/>
          <a:lstStyle>
            <a:lvl1pPr>
              <a:defRPr lang="en-US" sz="2400" b="1" dirty="0" smtClean="0">
                <a:solidFill>
                  <a:srgbClr val="595959"/>
                </a:solidFill>
                <a:latin typeface="Frutiger 45 Light" pitchFamily="2" charset="0"/>
              </a:defRPr>
            </a:lvl1pPr>
            <a:lvl2pPr>
              <a:defRPr sz="2000">
                <a:solidFill>
                  <a:srgbClr val="595959"/>
                </a:solidFill>
                <a:latin typeface="Frutiger 45 Light" pitchFamily="2" charset="0"/>
              </a:defRPr>
            </a:lvl2pPr>
            <a:lvl3pPr>
              <a:defRPr sz="1800">
                <a:solidFill>
                  <a:srgbClr val="595959"/>
                </a:solidFill>
                <a:latin typeface="Frutiger 45 Light" pitchFamily="2" charset="0"/>
              </a:defRPr>
            </a:lvl3pPr>
            <a:lvl4pPr>
              <a:defRPr sz="1400">
                <a:solidFill>
                  <a:srgbClr val="595959"/>
                </a:solidFill>
                <a:latin typeface="Frutiger 45 Light" pitchFamily="2" charset="0"/>
              </a:defRPr>
            </a:lvl4pPr>
            <a:lvl5pPr>
              <a:defRPr sz="1400">
                <a:solidFill>
                  <a:srgbClr val="595959"/>
                </a:solidFill>
                <a:latin typeface="Frutiger 45 Light" pitchFamily="2" charset="0"/>
              </a:defRPr>
            </a:lvl5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 Master text styles</a:t>
            </a:r>
          </a:p>
          <a:p>
            <a:pPr marL="0" lvl="1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Second level</a:t>
            </a:r>
          </a:p>
          <a:p>
            <a:pPr marL="0" lvl="2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Third level</a:t>
            </a:r>
          </a:p>
          <a:p>
            <a:pPr marL="0" lvl="3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Fourth level</a:t>
            </a:r>
          </a:p>
          <a:p>
            <a:pPr marL="0" lvl="4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Fifth level</a:t>
            </a:r>
          </a:p>
        </p:txBody>
      </p:sp>
      <p:sp>
        <p:nvSpPr>
          <p:cNvPr id="20" name="Text Placeholder 13">
            <a:extLst>
              <a:ext uri="{FF2B5EF4-FFF2-40B4-BE49-F238E27FC236}">
                <a16:creationId xmlns:a16="http://schemas.microsoft.com/office/drawing/2014/main" id="{78651CBE-E342-762C-71AB-7A346C0BD17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33399" y="469835"/>
            <a:ext cx="11125200" cy="434975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en-US" sz="3200" b="1" kern="1200" dirty="0">
                <a:solidFill>
                  <a:srgbClr val="595959"/>
                </a:solidFill>
                <a:latin typeface="Frutiger 45 bold"/>
                <a:ea typeface="+mn-ea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</a:pPr>
            <a:r>
              <a:rPr lang="en-US" dirty="0"/>
              <a:t>Title Here</a:t>
            </a:r>
          </a:p>
        </p:txBody>
      </p:sp>
      <p:pic>
        <p:nvPicPr>
          <p:cNvPr id="8" name="Picture 7" descr="Background pattern&#10;&#10;Description automatically generated">
            <a:extLst>
              <a:ext uri="{FF2B5EF4-FFF2-40B4-BE49-F238E27FC236}">
                <a16:creationId xmlns:a16="http://schemas.microsoft.com/office/drawing/2014/main" id="{0D37EA21-4965-A1A5-EFE5-F1DB9D9A98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10813091" y="5882639"/>
            <a:ext cx="1388513" cy="989973"/>
          </a:xfrm>
          <a:prstGeom prst="rect">
            <a:avLst/>
          </a:prstGeom>
        </p:spPr>
      </p:pic>
      <p:sp>
        <p:nvSpPr>
          <p:cNvPr id="11" name="Marcador de número de diapositiva 5">
            <a:extLst>
              <a:ext uri="{FF2B5EF4-FFF2-40B4-BE49-F238E27FC236}">
                <a16:creationId xmlns:a16="http://schemas.microsoft.com/office/drawing/2014/main" id="{CACE2F8E-F80A-F347-8E9C-243A79D7388E}"/>
              </a:ext>
            </a:extLst>
          </p:cNvPr>
          <p:cNvSpPr txBox="1">
            <a:spLocks/>
          </p:cNvSpPr>
          <p:nvPr userDrawn="1"/>
        </p:nvSpPr>
        <p:spPr>
          <a:xfrm>
            <a:off x="11221092" y="6437871"/>
            <a:ext cx="828094" cy="324138"/>
          </a:xfrm>
          <a:prstGeom prst="rect">
            <a:avLst/>
          </a:prstGeom>
        </p:spPr>
        <p:txBody>
          <a:bodyPr lIns="104891" tIns="52445" rIns="104891" bIns="52445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FF439014-E629-42E3-A58B-61A0F1C8CFFE}" type="slidenum">
              <a:rPr lang="en-US" sz="1200" b="0" smtClean="0">
                <a:solidFill>
                  <a:srgbClr val="00001E"/>
                </a:solidFill>
                <a:latin typeface="Frutiger 45 Light" pitchFamily="2" charset="0"/>
                <a:cs typeface="Calibri" panose="020F0502020204030204" pitchFamily="34" charset="0"/>
              </a:rPr>
              <a:pPr algn="r"/>
              <a:t>‹#›</a:t>
            </a:fld>
            <a:endParaRPr lang="en-US" sz="1200" b="0" dirty="0">
              <a:solidFill>
                <a:srgbClr val="00001E"/>
              </a:solidFill>
              <a:latin typeface="Frutiger 45 Light" pitchFamily="2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192783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704641-62E4-4217-A4FB-1461DCB349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3399" y="1436914"/>
            <a:ext cx="5533119" cy="1068161"/>
          </a:xfrm>
        </p:spPr>
        <p:txBody>
          <a:bodyPr anchor="b">
            <a:noAutofit/>
          </a:bodyPr>
          <a:lstStyle>
            <a:lvl1pPr marL="0" indent="0">
              <a:buNone/>
              <a:defRPr lang="en-US" sz="2400" b="1" kern="1200" dirty="0">
                <a:solidFill>
                  <a:srgbClr val="595959"/>
                </a:solidFill>
                <a:latin typeface="+mj-lt"/>
                <a:ea typeface="+mn-ea"/>
                <a:cs typeface="Calibri" panose="020F050202020403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1BF8DFE-7699-41E5-ACEB-81719A7EB98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41141" y="1436914"/>
            <a:ext cx="5417458" cy="1068161"/>
          </a:xfrm>
        </p:spPr>
        <p:txBody>
          <a:bodyPr anchor="b">
            <a:noAutofit/>
          </a:bodyPr>
          <a:lstStyle>
            <a:lvl1pPr marL="0" indent="0">
              <a:buNone/>
              <a:defRPr lang="en-US" sz="2400" b="1" kern="1200" dirty="0">
                <a:solidFill>
                  <a:srgbClr val="595959"/>
                </a:solidFill>
                <a:latin typeface="+mj-lt"/>
                <a:ea typeface="+mn-ea"/>
                <a:cs typeface="Calibri" panose="020F050202020403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F54FF91B-5FE4-409D-BA7F-37376CD5E4A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533399" y="2651506"/>
            <a:ext cx="5533119" cy="3432302"/>
          </a:xfrm>
        </p:spPr>
        <p:txBody>
          <a:bodyPr/>
          <a:lstStyle>
            <a:lvl1pPr>
              <a:defRPr lang="en-US" sz="2400" b="1" dirty="0" smtClean="0">
                <a:solidFill>
                  <a:srgbClr val="595959"/>
                </a:solidFill>
                <a:latin typeface="Frutiger 45 Light" pitchFamily="2" charset="0"/>
              </a:defRPr>
            </a:lvl1pPr>
            <a:lvl2pPr>
              <a:defRPr sz="2000">
                <a:solidFill>
                  <a:srgbClr val="595959"/>
                </a:solidFill>
                <a:latin typeface="Frutiger 45 Light" pitchFamily="2" charset="0"/>
              </a:defRPr>
            </a:lvl2pPr>
            <a:lvl3pPr>
              <a:defRPr sz="1800">
                <a:solidFill>
                  <a:srgbClr val="595959"/>
                </a:solidFill>
                <a:latin typeface="Frutiger 45 Light" pitchFamily="2" charset="0"/>
              </a:defRPr>
            </a:lvl3pPr>
            <a:lvl4pPr>
              <a:defRPr sz="1400">
                <a:solidFill>
                  <a:srgbClr val="595959"/>
                </a:solidFill>
                <a:latin typeface="Frutiger 45 Light" pitchFamily="2" charset="0"/>
              </a:defRPr>
            </a:lvl4pPr>
            <a:lvl5pPr>
              <a:defRPr sz="1400">
                <a:solidFill>
                  <a:srgbClr val="595959"/>
                </a:solidFill>
                <a:latin typeface="Frutiger 45 Light" pitchFamily="2" charset="0"/>
              </a:defRPr>
            </a:lvl5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 Master text styles</a:t>
            </a:r>
          </a:p>
          <a:p>
            <a:pPr marL="0" lvl="1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Second level</a:t>
            </a:r>
          </a:p>
          <a:p>
            <a:pPr marL="0" lvl="2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Third level</a:t>
            </a:r>
          </a:p>
          <a:p>
            <a:pPr marL="0" lvl="3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Fourth level</a:t>
            </a:r>
          </a:p>
          <a:p>
            <a:pPr marL="0" lvl="4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Fifth level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CFDB344D-832A-4E14-93A2-EF0879A2EDA0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6241141" y="2663457"/>
            <a:ext cx="5417458" cy="3432302"/>
          </a:xfrm>
        </p:spPr>
        <p:txBody>
          <a:bodyPr/>
          <a:lstStyle>
            <a:lvl1pPr>
              <a:defRPr lang="en-US" sz="2400" b="1" dirty="0" smtClean="0">
                <a:solidFill>
                  <a:srgbClr val="595959"/>
                </a:solidFill>
                <a:latin typeface="Frutiger 45 Light" pitchFamily="2" charset="0"/>
              </a:defRPr>
            </a:lvl1pPr>
            <a:lvl2pPr>
              <a:defRPr sz="2000">
                <a:solidFill>
                  <a:srgbClr val="595959"/>
                </a:solidFill>
                <a:latin typeface="Frutiger 45 Light" pitchFamily="2" charset="0"/>
              </a:defRPr>
            </a:lvl2pPr>
            <a:lvl3pPr>
              <a:defRPr sz="1800">
                <a:solidFill>
                  <a:srgbClr val="595959"/>
                </a:solidFill>
                <a:latin typeface="Frutiger 45 Light" pitchFamily="2" charset="0"/>
              </a:defRPr>
            </a:lvl3pPr>
            <a:lvl4pPr>
              <a:defRPr sz="1400">
                <a:solidFill>
                  <a:srgbClr val="595959"/>
                </a:solidFill>
                <a:latin typeface="Frutiger 45 Light" pitchFamily="2" charset="0"/>
              </a:defRPr>
            </a:lvl4pPr>
            <a:lvl5pPr>
              <a:defRPr sz="1400">
                <a:solidFill>
                  <a:srgbClr val="595959"/>
                </a:solidFill>
                <a:latin typeface="Frutiger 45 Light" pitchFamily="2" charset="0"/>
              </a:defRPr>
            </a:lvl5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 Master text styles</a:t>
            </a:r>
          </a:p>
          <a:p>
            <a:pPr marL="0" lvl="1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Second level</a:t>
            </a:r>
          </a:p>
          <a:p>
            <a:pPr marL="0" lvl="2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Third level</a:t>
            </a:r>
          </a:p>
          <a:p>
            <a:pPr marL="0" lvl="3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Fourth level</a:t>
            </a:r>
          </a:p>
          <a:p>
            <a:pPr marL="0" lvl="4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Fifth level</a:t>
            </a:r>
          </a:p>
        </p:txBody>
      </p:sp>
      <p:sp>
        <p:nvSpPr>
          <p:cNvPr id="15" name="Text Placeholder 13">
            <a:extLst>
              <a:ext uri="{FF2B5EF4-FFF2-40B4-BE49-F238E27FC236}">
                <a16:creationId xmlns:a16="http://schemas.microsoft.com/office/drawing/2014/main" id="{EF8A07F5-F0F3-56A0-B462-8A048CE6942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33399" y="469835"/>
            <a:ext cx="11125200" cy="434975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en-US" sz="3200" b="1" kern="1200" dirty="0">
                <a:solidFill>
                  <a:srgbClr val="595959"/>
                </a:solidFill>
                <a:latin typeface="Frutiger 45 bold"/>
                <a:ea typeface="+mn-ea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</a:pPr>
            <a:r>
              <a:rPr lang="en-US" dirty="0"/>
              <a:t>Title Here</a:t>
            </a:r>
          </a:p>
        </p:txBody>
      </p:sp>
      <p:pic>
        <p:nvPicPr>
          <p:cNvPr id="10" name="Picture 9" descr="Background pattern&#10;&#10;Description automatically generated">
            <a:extLst>
              <a:ext uri="{FF2B5EF4-FFF2-40B4-BE49-F238E27FC236}">
                <a16:creationId xmlns:a16="http://schemas.microsoft.com/office/drawing/2014/main" id="{4DD8A8A8-2642-F3FA-DCC7-296A6B23D36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10813091" y="5882639"/>
            <a:ext cx="1388513" cy="989973"/>
          </a:xfrm>
          <a:prstGeom prst="rect">
            <a:avLst/>
          </a:prstGeom>
        </p:spPr>
      </p:pic>
      <p:sp>
        <p:nvSpPr>
          <p:cNvPr id="14" name="Marcador de número de diapositiva 5">
            <a:extLst>
              <a:ext uri="{FF2B5EF4-FFF2-40B4-BE49-F238E27FC236}">
                <a16:creationId xmlns:a16="http://schemas.microsoft.com/office/drawing/2014/main" id="{0A8FC8DD-D1CD-B223-1096-CE2AAC973F80}"/>
              </a:ext>
            </a:extLst>
          </p:cNvPr>
          <p:cNvSpPr txBox="1">
            <a:spLocks/>
          </p:cNvSpPr>
          <p:nvPr userDrawn="1"/>
        </p:nvSpPr>
        <p:spPr>
          <a:xfrm>
            <a:off x="11221092" y="6437871"/>
            <a:ext cx="828094" cy="324138"/>
          </a:xfrm>
          <a:prstGeom prst="rect">
            <a:avLst/>
          </a:prstGeom>
        </p:spPr>
        <p:txBody>
          <a:bodyPr lIns="104891" tIns="52445" rIns="104891" bIns="52445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FF439014-E629-42E3-A58B-61A0F1C8CFFE}" type="slidenum">
              <a:rPr lang="en-US" sz="1200" b="0" smtClean="0">
                <a:solidFill>
                  <a:srgbClr val="00001E"/>
                </a:solidFill>
                <a:latin typeface="Frutiger 45 Light" pitchFamily="2" charset="0"/>
                <a:cs typeface="Calibri" panose="020F0502020204030204" pitchFamily="34" charset="0"/>
              </a:rPr>
              <a:pPr algn="r"/>
              <a:t>‹#›</a:t>
            </a:fld>
            <a:endParaRPr lang="en-US" sz="1200" b="0" dirty="0">
              <a:solidFill>
                <a:srgbClr val="00001E"/>
              </a:solidFill>
              <a:latin typeface="Frutiger 45 Light" pitchFamily="2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719201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Background pattern&#10;&#10;Description automatically generated">
            <a:extLst>
              <a:ext uri="{FF2B5EF4-FFF2-40B4-BE49-F238E27FC236}">
                <a16:creationId xmlns:a16="http://schemas.microsoft.com/office/drawing/2014/main" id="{76CF0EE8-1D27-DB0B-D74F-2627C320CB3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10813091" y="5882639"/>
            <a:ext cx="1388513" cy="989973"/>
          </a:xfrm>
          <a:prstGeom prst="rect">
            <a:avLst/>
          </a:prstGeom>
        </p:spPr>
      </p:pic>
      <p:sp>
        <p:nvSpPr>
          <p:cNvPr id="4" name="Marcador de número de diapositiva 5">
            <a:extLst>
              <a:ext uri="{FF2B5EF4-FFF2-40B4-BE49-F238E27FC236}">
                <a16:creationId xmlns:a16="http://schemas.microsoft.com/office/drawing/2014/main" id="{3CBCC0C3-A39C-312F-C0F0-B965E11FFDA0}"/>
              </a:ext>
            </a:extLst>
          </p:cNvPr>
          <p:cNvSpPr txBox="1">
            <a:spLocks/>
          </p:cNvSpPr>
          <p:nvPr userDrawn="1"/>
        </p:nvSpPr>
        <p:spPr>
          <a:xfrm>
            <a:off x="11221092" y="6437871"/>
            <a:ext cx="828094" cy="324138"/>
          </a:xfrm>
          <a:prstGeom prst="rect">
            <a:avLst/>
          </a:prstGeom>
        </p:spPr>
        <p:txBody>
          <a:bodyPr lIns="104891" tIns="52445" rIns="104891" bIns="52445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FF439014-E629-42E3-A58B-61A0F1C8CFFE}" type="slidenum">
              <a:rPr lang="en-US" sz="1200" b="0" smtClean="0">
                <a:solidFill>
                  <a:srgbClr val="00001E"/>
                </a:solidFill>
                <a:latin typeface="Frutiger 45 Light" pitchFamily="2" charset="0"/>
                <a:cs typeface="Calibri" panose="020F0502020204030204" pitchFamily="34" charset="0"/>
              </a:rPr>
              <a:pPr algn="r"/>
              <a:t>‹#›</a:t>
            </a:fld>
            <a:endParaRPr lang="en-US" sz="1200" b="0" dirty="0">
              <a:solidFill>
                <a:srgbClr val="00001E"/>
              </a:solidFill>
              <a:latin typeface="Frutiger 45 Light" pitchFamily="2" charset="0"/>
              <a:cs typeface="Calibri" panose="020F0502020204030204" pitchFamily="34" charset="0"/>
            </a:endParaRPr>
          </a:p>
        </p:txBody>
      </p:sp>
      <p:pic>
        <p:nvPicPr>
          <p:cNvPr id="9" name="Picture 8" descr="Background pattern&#10;&#10;Description automatically generated">
            <a:extLst>
              <a:ext uri="{FF2B5EF4-FFF2-40B4-BE49-F238E27FC236}">
                <a16:creationId xmlns:a16="http://schemas.microsoft.com/office/drawing/2014/main" id="{0E2AFA92-4A8A-D692-CB16-A5351C9E577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0862"/>
            <a:ext cx="5760164" cy="4106844"/>
          </a:xfrm>
          <a:prstGeom prst="rect">
            <a:avLst/>
          </a:prstGeom>
        </p:spPr>
      </p:pic>
      <p:sp>
        <p:nvSpPr>
          <p:cNvPr id="8" name="Text Placeholder 13">
            <a:extLst>
              <a:ext uri="{FF2B5EF4-FFF2-40B4-BE49-F238E27FC236}">
                <a16:creationId xmlns:a16="http://schemas.microsoft.com/office/drawing/2014/main" id="{773A9ED4-9BDF-42B0-B98D-5F105B1AC11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646042" y="961005"/>
            <a:ext cx="8911647" cy="434975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en-US" sz="3200" b="1" dirty="0">
                <a:solidFill>
                  <a:srgbClr val="595959"/>
                </a:solidFill>
                <a:latin typeface="+mj-lt"/>
              </a:defRPr>
            </a:lvl1pPr>
          </a:lstStyle>
          <a:p>
            <a:pPr marL="0" lvl="0" indent="0">
              <a:buFontTx/>
              <a:buNone/>
            </a:pPr>
            <a:r>
              <a:rPr lang="en-US" dirty="0"/>
              <a:t>Title Here</a:t>
            </a:r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EB90635A-C270-48A0-A1B0-C1B896E998AA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1663792" y="1712849"/>
            <a:ext cx="8864415" cy="3432302"/>
          </a:xfrm>
        </p:spPr>
        <p:txBody>
          <a:bodyPr/>
          <a:lstStyle>
            <a:lvl1pPr>
              <a:defRPr lang="en-US" sz="2400" b="1" dirty="0" smtClean="0">
                <a:solidFill>
                  <a:srgbClr val="595959"/>
                </a:solidFill>
                <a:latin typeface="Frutiger 45 Light" pitchFamily="2" charset="0"/>
              </a:defRPr>
            </a:lvl1pPr>
            <a:lvl2pPr marL="114300" indent="-342900">
              <a:buFont typeface="Wingdings" pitchFamily="2" charset="2"/>
              <a:buChar char="§"/>
              <a:defRPr sz="2000">
                <a:solidFill>
                  <a:srgbClr val="595959"/>
                </a:solidFill>
                <a:latin typeface="Frutiger 45 Light" pitchFamily="2" charset="0"/>
              </a:defRPr>
            </a:lvl2pPr>
            <a:lvl3pPr marL="1085850" indent="-285750">
              <a:buFont typeface="Wingdings" pitchFamily="2" charset="2"/>
              <a:buChar char="§"/>
              <a:defRPr sz="1800">
                <a:solidFill>
                  <a:srgbClr val="595959"/>
                </a:solidFill>
                <a:latin typeface="Frutiger 45 Light" pitchFamily="2" charset="0"/>
              </a:defRPr>
            </a:lvl3pPr>
            <a:lvl4pPr marL="1600200" indent="-285750">
              <a:buFont typeface="Wingdings" pitchFamily="2" charset="2"/>
              <a:buChar char="§"/>
              <a:defRPr sz="1400">
                <a:solidFill>
                  <a:srgbClr val="595959"/>
                </a:solidFill>
                <a:latin typeface="Frutiger 45 Light" pitchFamily="2" charset="0"/>
              </a:defRPr>
            </a:lvl4pPr>
            <a:lvl5pPr>
              <a:buFont typeface="Wingdings" pitchFamily="2" charset="2"/>
              <a:buChar char="§"/>
              <a:defRPr sz="1400">
                <a:solidFill>
                  <a:srgbClr val="595959"/>
                </a:solidFill>
                <a:latin typeface="Frutiger 45 Light" pitchFamily="2" charset="0"/>
              </a:defRPr>
            </a:lvl5pPr>
          </a:lstStyle>
          <a:p>
            <a:pPr marL="228600" lvl="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Click to edit Master text styles</a:t>
            </a:r>
          </a:p>
          <a:p>
            <a:pPr marL="1028700" lvl="2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Second level</a:t>
            </a:r>
          </a:p>
          <a:p>
            <a:pPr marL="1543050" lvl="3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 err="1"/>
              <a:t>fsdfdasfdsafasdfsdfa</a:t>
            </a:r>
            <a:endParaRPr lang="en-US" dirty="0"/>
          </a:p>
          <a:p>
            <a:pPr marL="285750" lvl="2" indent="-285750" algn="l" defTabSz="914400" rtl="0" eaLnBrk="1" latinLnBrk="0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Third level</a:t>
            </a:r>
          </a:p>
          <a:p>
            <a:pPr marL="285750" lvl="3" indent="-285750" algn="l" defTabSz="914400" rtl="0" eaLnBrk="1" latinLnBrk="0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Fourth level</a:t>
            </a:r>
          </a:p>
          <a:p>
            <a:pPr marL="285750" lvl="4" indent="-285750" algn="l" defTabSz="914400" rtl="0" eaLnBrk="1" latinLnBrk="0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768689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815C7D-CC90-4232-9BFD-B2B1B29D3D2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3400" y="1163411"/>
            <a:ext cx="10515600" cy="1325563"/>
          </a:xfrm>
        </p:spPr>
        <p:txBody>
          <a:bodyPr>
            <a:normAutofit/>
          </a:bodyPr>
          <a:lstStyle>
            <a:lvl1pPr>
              <a:defRPr lang="en-US" sz="2800" b="1" kern="1200" dirty="0">
                <a:solidFill>
                  <a:srgbClr val="595959"/>
                </a:solidFill>
                <a:latin typeface="Frutiger 45 Light" pitchFamily="2" charset="0"/>
                <a:ea typeface="+mn-ea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Headline goes here</a:t>
            </a:r>
            <a:br>
              <a:rPr lang="en-US" dirty="0"/>
            </a:br>
            <a:r>
              <a:rPr lang="en-US" dirty="0"/>
              <a:t>Headline goes here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06252767-4743-47D6-B4D1-07FC2385DD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33400" y="2815546"/>
            <a:ext cx="10515600" cy="2743200"/>
          </a:xfrm>
        </p:spPr>
        <p:txBody>
          <a:bodyPr>
            <a:normAutofit/>
          </a:bodyPr>
          <a:lstStyle>
            <a:lvl1pPr marL="0" indent="0">
              <a:buNone/>
              <a:defRPr sz="1600">
                <a:solidFill>
                  <a:srgbClr val="595959"/>
                </a:solidFill>
                <a:latin typeface="Frutiger 45 Light" pitchFamily="2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13">
            <a:extLst>
              <a:ext uri="{FF2B5EF4-FFF2-40B4-BE49-F238E27FC236}">
                <a16:creationId xmlns:a16="http://schemas.microsoft.com/office/drawing/2014/main" id="{11611A3D-47D0-3647-0CCE-0CB7D32E60C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33399" y="469835"/>
            <a:ext cx="11125200" cy="434975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en-US" sz="3200" b="1" kern="1200" dirty="0">
                <a:solidFill>
                  <a:srgbClr val="595959"/>
                </a:solidFill>
                <a:latin typeface="Frutiger 45 bold"/>
                <a:ea typeface="+mn-ea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</a:pPr>
            <a:r>
              <a:rPr lang="en-US" dirty="0"/>
              <a:t>Title Here</a:t>
            </a:r>
          </a:p>
        </p:txBody>
      </p:sp>
      <p:pic>
        <p:nvPicPr>
          <p:cNvPr id="11" name="Picture 10" descr="Background pattern&#10;&#10;Description automatically generated">
            <a:extLst>
              <a:ext uri="{FF2B5EF4-FFF2-40B4-BE49-F238E27FC236}">
                <a16:creationId xmlns:a16="http://schemas.microsoft.com/office/drawing/2014/main" id="{763F4705-5885-9139-7C1E-5E2F720F77D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10813091" y="5882639"/>
            <a:ext cx="1388513" cy="989973"/>
          </a:xfrm>
          <a:prstGeom prst="rect">
            <a:avLst/>
          </a:prstGeom>
        </p:spPr>
      </p:pic>
      <p:sp>
        <p:nvSpPr>
          <p:cNvPr id="12" name="Marcador de número de diapositiva 5">
            <a:extLst>
              <a:ext uri="{FF2B5EF4-FFF2-40B4-BE49-F238E27FC236}">
                <a16:creationId xmlns:a16="http://schemas.microsoft.com/office/drawing/2014/main" id="{9314451A-6C5B-D5A1-9DD9-55A1359B67FC}"/>
              </a:ext>
            </a:extLst>
          </p:cNvPr>
          <p:cNvSpPr txBox="1">
            <a:spLocks/>
          </p:cNvSpPr>
          <p:nvPr userDrawn="1"/>
        </p:nvSpPr>
        <p:spPr>
          <a:xfrm>
            <a:off x="11221092" y="6437871"/>
            <a:ext cx="828094" cy="324138"/>
          </a:xfrm>
          <a:prstGeom prst="rect">
            <a:avLst/>
          </a:prstGeom>
        </p:spPr>
        <p:txBody>
          <a:bodyPr lIns="104891" tIns="52445" rIns="104891" bIns="52445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FF439014-E629-42E3-A58B-61A0F1C8CFFE}" type="slidenum">
              <a:rPr lang="en-US" sz="1200" b="0" smtClean="0">
                <a:solidFill>
                  <a:srgbClr val="00001E"/>
                </a:solidFill>
                <a:latin typeface="Frutiger 45 Light" pitchFamily="2" charset="0"/>
                <a:cs typeface="Calibri" panose="020F0502020204030204" pitchFamily="34" charset="0"/>
              </a:rPr>
              <a:pPr algn="r"/>
              <a:t>‹#›</a:t>
            </a:fld>
            <a:endParaRPr lang="en-US" sz="1200" b="0" dirty="0">
              <a:solidFill>
                <a:srgbClr val="00001E"/>
              </a:solidFill>
              <a:latin typeface="Frutiger 45 Light" pitchFamily="2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755515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64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5CDA55D2-453F-4E7D-AF30-1542DF26EE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8972" y="457200"/>
            <a:ext cx="4293054" cy="1600200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en-US" sz="3200" b="1" kern="1200" dirty="0">
                <a:solidFill>
                  <a:srgbClr val="595959"/>
                </a:solidFill>
                <a:latin typeface="Frutiger 45 bold"/>
                <a:ea typeface="+mn-ea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</a:pPr>
            <a:r>
              <a:rPr lang="en-US" dirty="0"/>
              <a:t>Click to edit Master title style</a:t>
            </a:r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81469E54-C50A-4DB5-B104-9B99883176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78972" y="2057400"/>
            <a:ext cx="4293054" cy="3811588"/>
          </a:xfrm>
        </p:spPr>
        <p:txBody>
          <a:bodyPr/>
          <a:lstStyle>
            <a:lvl1pPr marL="0" indent="0">
              <a:buNone/>
              <a:defRPr sz="1600">
                <a:solidFill>
                  <a:srgbClr val="595959"/>
                </a:solidFill>
                <a:latin typeface="Frutiger 45 Light" pitchFamily="2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AE8A5CEA-5F4E-4109-ACB7-808AE0D5B170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5306569" y="2055542"/>
            <a:ext cx="5181599" cy="3813445"/>
          </a:xfrm>
        </p:spPr>
        <p:txBody>
          <a:bodyPr/>
          <a:lstStyle>
            <a:lvl1pPr>
              <a:defRPr lang="en-US" sz="2400" b="1" dirty="0" smtClean="0">
                <a:solidFill>
                  <a:srgbClr val="595959"/>
                </a:solidFill>
                <a:latin typeface="Frutiger 45 Light" pitchFamily="2" charset="0"/>
              </a:defRPr>
            </a:lvl1pPr>
            <a:lvl2pPr>
              <a:defRPr sz="2000">
                <a:solidFill>
                  <a:srgbClr val="595959"/>
                </a:solidFill>
                <a:latin typeface="Frutiger 45 Light" pitchFamily="2" charset="0"/>
              </a:defRPr>
            </a:lvl2pPr>
            <a:lvl3pPr>
              <a:defRPr sz="1800">
                <a:solidFill>
                  <a:srgbClr val="595959"/>
                </a:solidFill>
                <a:latin typeface="Frutiger 45 Light" pitchFamily="2" charset="0"/>
              </a:defRPr>
            </a:lvl3pPr>
            <a:lvl4pPr>
              <a:defRPr sz="1400">
                <a:solidFill>
                  <a:srgbClr val="595959"/>
                </a:solidFill>
                <a:latin typeface="Frutiger 45 Light" pitchFamily="2" charset="0"/>
              </a:defRPr>
            </a:lvl4pPr>
            <a:lvl5pPr>
              <a:defRPr sz="1400">
                <a:solidFill>
                  <a:srgbClr val="595959"/>
                </a:solidFill>
                <a:latin typeface="Frutiger 45 Light" pitchFamily="2" charset="0"/>
              </a:defRPr>
            </a:lvl5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 Master text styles</a:t>
            </a:r>
          </a:p>
          <a:p>
            <a:pPr marL="0" lvl="1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Second level</a:t>
            </a:r>
          </a:p>
          <a:p>
            <a:pPr marL="0" lvl="2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Third level</a:t>
            </a:r>
          </a:p>
          <a:p>
            <a:pPr marL="0" lvl="3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Fourth level</a:t>
            </a:r>
          </a:p>
          <a:p>
            <a:pPr marL="0" lvl="4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Fifth level</a:t>
            </a:r>
          </a:p>
        </p:txBody>
      </p:sp>
      <p:pic>
        <p:nvPicPr>
          <p:cNvPr id="9" name="Picture 8" descr="Background pattern&#10;&#10;Description automatically generated">
            <a:extLst>
              <a:ext uri="{FF2B5EF4-FFF2-40B4-BE49-F238E27FC236}">
                <a16:creationId xmlns:a16="http://schemas.microsoft.com/office/drawing/2014/main" id="{7916254B-43C5-9C82-7FF6-BC881992F73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10813091" y="5882639"/>
            <a:ext cx="1388513" cy="989973"/>
          </a:xfrm>
          <a:prstGeom prst="rect">
            <a:avLst/>
          </a:prstGeom>
        </p:spPr>
      </p:pic>
      <p:sp>
        <p:nvSpPr>
          <p:cNvPr id="10" name="Marcador de número de diapositiva 5">
            <a:extLst>
              <a:ext uri="{FF2B5EF4-FFF2-40B4-BE49-F238E27FC236}">
                <a16:creationId xmlns:a16="http://schemas.microsoft.com/office/drawing/2014/main" id="{32BAEA48-FEC5-7F2A-1732-CFFB91C99D61}"/>
              </a:ext>
            </a:extLst>
          </p:cNvPr>
          <p:cNvSpPr txBox="1">
            <a:spLocks/>
          </p:cNvSpPr>
          <p:nvPr userDrawn="1"/>
        </p:nvSpPr>
        <p:spPr>
          <a:xfrm>
            <a:off x="11221092" y="6437871"/>
            <a:ext cx="828094" cy="324138"/>
          </a:xfrm>
          <a:prstGeom prst="rect">
            <a:avLst/>
          </a:prstGeom>
        </p:spPr>
        <p:txBody>
          <a:bodyPr lIns="104891" tIns="52445" rIns="104891" bIns="52445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FF439014-E629-42E3-A58B-61A0F1C8CFFE}" type="slidenum">
              <a:rPr lang="en-US" sz="1200" b="0" smtClean="0">
                <a:solidFill>
                  <a:srgbClr val="00001E"/>
                </a:solidFill>
                <a:latin typeface="Frutiger 45 Light" pitchFamily="2" charset="0"/>
                <a:cs typeface="Calibri" panose="020F0502020204030204" pitchFamily="34" charset="0"/>
              </a:rPr>
              <a:pPr algn="r"/>
              <a:t>‹#›</a:t>
            </a:fld>
            <a:endParaRPr lang="en-US" sz="1200" b="0" dirty="0">
              <a:solidFill>
                <a:srgbClr val="00001E"/>
              </a:solidFill>
              <a:latin typeface="Frutiger 45 Light" pitchFamily="2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5079577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id="{AB7F8B00-12EF-4751-A034-D733BB7D51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8972" y="457200"/>
            <a:ext cx="4293054" cy="1600200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en-US" sz="3200" b="1" kern="1200" dirty="0">
                <a:solidFill>
                  <a:srgbClr val="595959"/>
                </a:solidFill>
                <a:latin typeface="Frutiger 45 bold"/>
                <a:ea typeface="+mn-ea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</a:pPr>
            <a:r>
              <a:rPr lang="en-US" dirty="0"/>
              <a:t>Click to edit Master title style</a:t>
            </a:r>
          </a:p>
        </p:txBody>
      </p:sp>
      <p:sp>
        <p:nvSpPr>
          <p:cNvPr id="12" name="Picture Placeholder 2">
            <a:extLst>
              <a:ext uri="{FF2B5EF4-FFF2-40B4-BE49-F238E27FC236}">
                <a16:creationId xmlns:a16="http://schemas.microsoft.com/office/drawing/2014/main" id="{A5B0E1B6-489C-4643-9FE5-9D4A936A7B8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0"/>
            <a:ext cx="7008812" cy="6857999"/>
          </a:xfrm>
        </p:spPr>
        <p:txBody>
          <a:bodyPr/>
          <a:lstStyle>
            <a:lvl1pPr marL="0" indent="0">
              <a:buNone/>
              <a:defRPr sz="3200">
                <a:solidFill>
                  <a:srgbClr val="595959"/>
                </a:solidFill>
                <a:latin typeface="Frutiger 45 Light" pitchFamily="2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A70DA0CC-8337-43E8-B632-01AC9639E7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78972" y="2057400"/>
            <a:ext cx="4293054" cy="3811588"/>
          </a:xfrm>
        </p:spPr>
        <p:txBody>
          <a:bodyPr/>
          <a:lstStyle>
            <a:lvl1pPr marL="0" indent="0">
              <a:buNone/>
              <a:defRPr sz="1600">
                <a:solidFill>
                  <a:srgbClr val="595959"/>
                </a:solidFill>
                <a:latin typeface="Frutiger 45 Light" pitchFamily="2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2" name="Picture 1" descr="Background pattern&#10;&#10;Description automatically generated">
            <a:extLst>
              <a:ext uri="{FF2B5EF4-FFF2-40B4-BE49-F238E27FC236}">
                <a16:creationId xmlns:a16="http://schemas.microsoft.com/office/drawing/2014/main" id="{B70154DA-9096-81F4-B455-E3499A1BD4D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10813091" y="5882639"/>
            <a:ext cx="1388513" cy="989973"/>
          </a:xfrm>
          <a:prstGeom prst="rect">
            <a:avLst/>
          </a:prstGeom>
        </p:spPr>
      </p:pic>
      <p:sp>
        <p:nvSpPr>
          <p:cNvPr id="3" name="Marcador de número de diapositiva 5">
            <a:extLst>
              <a:ext uri="{FF2B5EF4-FFF2-40B4-BE49-F238E27FC236}">
                <a16:creationId xmlns:a16="http://schemas.microsoft.com/office/drawing/2014/main" id="{3D440A3F-6F49-A806-CA5F-776CACB1FDFB}"/>
              </a:ext>
            </a:extLst>
          </p:cNvPr>
          <p:cNvSpPr txBox="1">
            <a:spLocks/>
          </p:cNvSpPr>
          <p:nvPr userDrawn="1"/>
        </p:nvSpPr>
        <p:spPr>
          <a:xfrm>
            <a:off x="11221092" y="6437871"/>
            <a:ext cx="828094" cy="324138"/>
          </a:xfrm>
          <a:prstGeom prst="rect">
            <a:avLst/>
          </a:prstGeom>
        </p:spPr>
        <p:txBody>
          <a:bodyPr lIns="104891" tIns="52445" rIns="104891" bIns="52445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FF439014-E629-42E3-A58B-61A0F1C8CFFE}" type="slidenum">
              <a:rPr lang="en-US" sz="1200" b="0" smtClean="0">
                <a:solidFill>
                  <a:srgbClr val="00001E"/>
                </a:solidFill>
                <a:latin typeface="Frutiger 45 Light" pitchFamily="2" charset="0"/>
                <a:cs typeface="Calibri" panose="020F0502020204030204" pitchFamily="34" charset="0"/>
              </a:rPr>
              <a:pPr algn="r"/>
              <a:t>‹#›</a:t>
            </a:fld>
            <a:endParaRPr lang="en-US" sz="1200" b="0" dirty="0">
              <a:solidFill>
                <a:srgbClr val="00001E"/>
              </a:solidFill>
              <a:latin typeface="Frutiger 45 Light" pitchFamily="2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3288595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13">
            <a:extLst>
              <a:ext uri="{FF2B5EF4-FFF2-40B4-BE49-F238E27FC236}">
                <a16:creationId xmlns:a16="http://schemas.microsoft.com/office/drawing/2014/main" id="{F7878D79-3823-9575-1C88-56C4110E1E3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33399" y="469835"/>
            <a:ext cx="11125200" cy="434975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en-US" sz="3200" b="1" kern="1200" dirty="0">
                <a:solidFill>
                  <a:srgbClr val="595959"/>
                </a:solidFill>
                <a:latin typeface="Frutiger 45 bold"/>
                <a:ea typeface="+mn-ea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</a:pPr>
            <a:r>
              <a:rPr lang="en-US" dirty="0"/>
              <a:t>Title Here</a:t>
            </a:r>
          </a:p>
        </p:txBody>
      </p:sp>
      <p:pic>
        <p:nvPicPr>
          <p:cNvPr id="2" name="Picture 1" descr="Background pattern&#10;&#10;Description automatically generated">
            <a:extLst>
              <a:ext uri="{FF2B5EF4-FFF2-40B4-BE49-F238E27FC236}">
                <a16:creationId xmlns:a16="http://schemas.microsoft.com/office/drawing/2014/main" id="{1379A390-F031-B6A4-9699-D7473C2034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10813091" y="5882639"/>
            <a:ext cx="1388513" cy="989973"/>
          </a:xfrm>
          <a:prstGeom prst="rect">
            <a:avLst/>
          </a:prstGeom>
        </p:spPr>
      </p:pic>
      <p:sp>
        <p:nvSpPr>
          <p:cNvPr id="4" name="Marcador de número de diapositiva 5">
            <a:extLst>
              <a:ext uri="{FF2B5EF4-FFF2-40B4-BE49-F238E27FC236}">
                <a16:creationId xmlns:a16="http://schemas.microsoft.com/office/drawing/2014/main" id="{BA5E112F-F5E3-1239-9356-9397EE4D0862}"/>
              </a:ext>
            </a:extLst>
          </p:cNvPr>
          <p:cNvSpPr txBox="1">
            <a:spLocks/>
          </p:cNvSpPr>
          <p:nvPr userDrawn="1"/>
        </p:nvSpPr>
        <p:spPr>
          <a:xfrm>
            <a:off x="11221092" y="6437871"/>
            <a:ext cx="828094" cy="324138"/>
          </a:xfrm>
          <a:prstGeom prst="rect">
            <a:avLst/>
          </a:prstGeom>
        </p:spPr>
        <p:txBody>
          <a:bodyPr lIns="104891" tIns="52445" rIns="104891" bIns="52445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FF439014-E629-42E3-A58B-61A0F1C8CFFE}" type="slidenum">
              <a:rPr lang="en-US" sz="1200" b="0" smtClean="0">
                <a:solidFill>
                  <a:srgbClr val="00001E"/>
                </a:solidFill>
                <a:latin typeface="Frutiger 45 Light" pitchFamily="2" charset="0"/>
                <a:cs typeface="Calibri" panose="020F0502020204030204" pitchFamily="34" charset="0"/>
              </a:rPr>
              <a:pPr algn="r"/>
              <a:t>‹#›</a:t>
            </a:fld>
            <a:endParaRPr lang="en-US" sz="1200" b="0" dirty="0">
              <a:solidFill>
                <a:srgbClr val="00001E"/>
              </a:solidFill>
              <a:latin typeface="Frutiger 45 Light" pitchFamily="2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9972691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963948A3-32FA-5533-16DA-635E26595B61}"/>
              </a:ext>
            </a:extLst>
          </p:cNvPr>
          <p:cNvSpPr/>
          <p:nvPr userDrawn="1"/>
        </p:nvSpPr>
        <p:spPr>
          <a:xfrm flipV="1">
            <a:off x="3351682" y="1567022"/>
            <a:ext cx="2466609" cy="3840464"/>
          </a:xfrm>
          <a:prstGeom prst="rect">
            <a:avLst/>
          </a:prstGeom>
          <a:gradFill flip="none" rotWithShape="1">
            <a:gsLst>
              <a:gs pos="0">
                <a:srgbClr val="F2F7FA"/>
              </a:gs>
              <a:gs pos="100000">
                <a:srgbClr val="F9F0E0"/>
              </a:gs>
            </a:gsLst>
            <a:lin ang="2700000" scaled="1"/>
            <a:tileRect/>
          </a:gra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d-ID" sz="1800" b="0" i="0" u="none" strike="noStrike" kern="0" cap="none" spc="0" normalizeH="0" baseline="0" noProof="0">
              <a:ln>
                <a:noFill/>
              </a:ln>
              <a:solidFill>
                <a:srgbClr val="003865"/>
              </a:solidFill>
              <a:effectLst/>
              <a:uLnTx/>
              <a:uFillTx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447ABFF-7AC4-BAD1-41A4-E1FE5B8092EF}"/>
              </a:ext>
            </a:extLst>
          </p:cNvPr>
          <p:cNvSpPr/>
          <p:nvPr userDrawn="1"/>
        </p:nvSpPr>
        <p:spPr>
          <a:xfrm flipV="1">
            <a:off x="533272" y="1567022"/>
            <a:ext cx="2466609" cy="3840464"/>
          </a:xfrm>
          <a:prstGeom prst="rect">
            <a:avLst/>
          </a:prstGeom>
          <a:gradFill flip="none" rotWithShape="1">
            <a:gsLst>
              <a:gs pos="0">
                <a:srgbClr val="F2F7FA"/>
              </a:gs>
              <a:gs pos="100000">
                <a:srgbClr val="F9F0E0"/>
              </a:gs>
            </a:gsLst>
            <a:lin ang="2700000" scaled="1"/>
            <a:tileRect/>
          </a:gra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d-ID" sz="1800" b="0" i="0" u="none" strike="noStrike" kern="0" cap="none" spc="0" normalizeH="0" baseline="0" noProof="0">
              <a:ln>
                <a:noFill/>
              </a:ln>
              <a:solidFill>
                <a:srgbClr val="003865"/>
              </a:solidFill>
              <a:effectLst/>
              <a:uLnTx/>
              <a:uFillTx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B963FEE-DF85-5D77-1E01-49124A2CEAF5}"/>
              </a:ext>
            </a:extLst>
          </p:cNvPr>
          <p:cNvSpPr/>
          <p:nvPr userDrawn="1"/>
        </p:nvSpPr>
        <p:spPr>
          <a:xfrm flipV="1">
            <a:off x="6170092" y="1567022"/>
            <a:ext cx="2466609" cy="3840464"/>
          </a:xfrm>
          <a:prstGeom prst="rect">
            <a:avLst/>
          </a:prstGeom>
          <a:gradFill flip="none" rotWithShape="1">
            <a:gsLst>
              <a:gs pos="0">
                <a:srgbClr val="F2F7FA"/>
              </a:gs>
              <a:gs pos="100000">
                <a:srgbClr val="F9F0E0"/>
              </a:gs>
            </a:gsLst>
            <a:lin ang="2700000" scaled="1"/>
            <a:tileRect/>
          </a:gra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d-ID" sz="1800" b="0" i="0" u="none" strike="noStrike" kern="0" cap="none" spc="0" normalizeH="0" baseline="0" noProof="0">
              <a:ln>
                <a:noFill/>
              </a:ln>
              <a:solidFill>
                <a:srgbClr val="003865"/>
              </a:solidFill>
              <a:effectLst/>
              <a:uLnTx/>
              <a:uFillTx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5653896-D7CD-93EE-8417-E2C2E847A910}"/>
              </a:ext>
            </a:extLst>
          </p:cNvPr>
          <p:cNvSpPr/>
          <p:nvPr userDrawn="1"/>
        </p:nvSpPr>
        <p:spPr>
          <a:xfrm flipV="1">
            <a:off x="8988503" y="1567022"/>
            <a:ext cx="2466609" cy="3840464"/>
          </a:xfrm>
          <a:prstGeom prst="rect">
            <a:avLst/>
          </a:prstGeom>
          <a:gradFill flip="none" rotWithShape="1">
            <a:gsLst>
              <a:gs pos="0">
                <a:srgbClr val="F2F7FA"/>
              </a:gs>
              <a:gs pos="100000">
                <a:srgbClr val="F9F0E0"/>
              </a:gs>
            </a:gsLst>
            <a:lin ang="2700000" scaled="1"/>
            <a:tileRect/>
          </a:gra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d-ID" sz="1800" b="0" i="0" u="none" strike="noStrike" kern="0" cap="none" spc="0" normalizeH="0" baseline="0" noProof="0">
              <a:ln>
                <a:noFill/>
              </a:ln>
              <a:solidFill>
                <a:srgbClr val="003865"/>
              </a:solidFill>
              <a:effectLst/>
              <a:uLnTx/>
              <a:uFillTx/>
            </a:endParaRPr>
          </a:p>
        </p:txBody>
      </p:sp>
      <p:sp>
        <p:nvSpPr>
          <p:cNvPr id="26" name="Picture Placeholder 25">
            <a:extLst>
              <a:ext uri="{FF2B5EF4-FFF2-40B4-BE49-F238E27FC236}">
                <a16:creationId xmlns:a16="http://schemas.microsoft.com/office/drawing/2014/main" id="{12ACBE6E-5DAE-5B6C-1E92-11C9C662339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361829" y="1964039"/>
            <a:ext cx="809494" cy="809495"/>
          </a:xfrm>
          <a:prstGeom prst="ellipse">
            <a:avLst/>
          </a:prstGeom>
          <a:ln>
            <a:noFill/>
          </a:ln>
        </p:spPr>
        <p:txBody>
          <a:bodyPr anchor="ctr">
            <a:noAutofit/>
          </a:bodyPr>
          <a:lstStyle>
            <a:lvl1pPr marL="0" indent="0" algn="ctr">
              <a:buFontTx/>
              <a:buNone/>
              <a:defRPr sz="1800"/>
            </a:lvl1pPr>
          </a:lstStyle>
          <a:p>
            <a:r>
              <a:rPr lang="en-US" dirty="0"/>
              <a:t>icon</a:t>
            </a:r>
          </a:p>
        </p:txBody>
      </p:sp>
      <p:sp>
        <p:nvSpPr>
          <p:cNvPr id="27" name="Picture Placeholder 25">
            <a:extLst>
              <a:ext uri="{FF2B5EF4-FFF2-40B4-BE49-F238E27FC236}">
                <a16:creationId xmlns:a16="http://schemas.microsoft.com/office/drawing/2014/main" id="{15DCB66B-4DA5-68F3-EAAE-A7B0A4F3B1D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180239" y="1964039"/>
            <a:ext cx="809494" cy="809495"/>
          </a:xfrm>
          <a:prstGeom prst="ellipse">
            <a:avLst/>
          </a:prstGeom>
          <a:ln>
            <a:noFill/>
          </a:ln>
        </p:spPr>
        <p:txBody>
          <a:bodyPr anchor="ctr">
            <a:noAutofit/>
          </a:bodyPr>
          <a:lstStyle>
            <a:lvl1pPr marL="0" indent="0" algn="ctr">
              <a:buFontTx/>
              <a:buNone/>
              <a:defRPr sz="1800"/>
            </a:lvl1pPr>
          </a:lstStyle>
          <a:p>
            <a:r>
              <a:rPr lang="en-US" dirty="0"/>
              <a:t>icon</a:t>
            </a:r>
          </a:p>
        </p:txBody>
      </p:sp>
      <p:sp>
        <p:nvSpPr>
          <p:cNvPr id="28" name="Picture Placeholder 25">
            <a:extLst>
              <a:ext uri="{FF2B5EF4-FFF2-40B4-BE49-F238E27FC236}">
                <a16:creationId xmlns:a16="http://schemas.microsoft.com/office/drawing/2014/main" id="{416EDE06-9533-67FB-BF24-DF6C76E3E628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998649" y="1964039"/>
            <a:ext cx="809494" cy="809495"/>
          </a:xfrm>
          <a:prstGeom prst="ellipse">
            <a:avLst/>
          </a:prstGeom>
          <a:ln>
            <a:noFill/>
          </a:ln>
        </p:spPr>
        <p:txBody>
          <a:bodyPr anchor="ctr">
            <a:noAutofit/>
          </a:bodyPr>
          <a:lstStyle>
            <a:lvl1pPr marL="0" indent="0" algn="ctr">
              <a:buFontTx/>
              <a:buNone/>
              <a:defRPr sz="1800"/>
            </a:lvl1pPr>
          </a:lstStyle>
          <a:p>
            <a:r>
              <a:rPr lang="en-US" dirty="0"/>
              <a:t>icon</a:t>
            </a:r>
          </a:p>
        </p:txBody>
      </p:sp>
      <p:sp>
        <p:nvSpPr>
          <p:cNvPr id="29" name="Picture Placeholder 25">
            <a:extLst>
              <a:ext uri="{FF2B5EF4-FFF2-40B4-BE49-F238E27FC236}">
                <a16:creationId xmlns:a16="http://schemas.microsoft.com/office/drawing/2014/main" id="{690D0B6E-A10C-4C7A-3858-68AF26206F27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9817060" y="1964039"/>
            <a:ext cx="809494" cy="809495"/>
          </a:xfrm>
          <a:prstGeom prst="ellipse">
            <a:avLst/>
          </a:prstGeom>
          <a:ln>
            <a:noFill/>
          </a:ln>
        </p:spPr>
        <p:txBody>
          <a:bodyPr anchor="ctr">
            <a:noAutofit/>
          </a:bodyPr>
          <a:lstStyle>
            <a:lvl1pPr marL="0" indent="0" algn="ctr">
              <a:buFontTx/>
              <a:buNone/>
              <a:defRPr sz="1800"/>
            </a:lvl1pPr>
          </a:lstStyle>
          <a:p>
            <a:r>
              <a:rPr lang="en-US" dirty="0"/>
              <a:t>icon</a:t>
            </a:r>
          </a:p>
        </p:txBody>
      </p:sp>
      <p:sp>
        <p:nvSpPr>
          <p:cNvPr id="30" name="Text Placeholder 15">
            <a:extLst>
              <a:ext uri="{FF2B5EF4-FFF2-40B4-BE49-F238E27FC236}">
                <a16:creationId xmlns:a16="http://schemas.microsoft.com/office/drawing/2014/main" id="{7A05C422-6C2D-D524-06F6-FEBC6355E171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34234" y="3968221"/>
            <a:ext cx="2264685" cy="1173194"/>
          </a:xfrm>
        </p:spPr>
        <p:txBody>
          <a:bodyPr>
            <a:normAutofit/>
          </a:bodyPr>
          <a:lstStyle>
            <a:lvl1pPr marL="0" indent="0" algn="ctr">
              <a:buNone/>
              <a:defRPr sz="1400">
                <a:solidFill>
                  <a:schemeClr val="tx1"/>
                </a:solidFill>
                <a:latin typeface="Frutiger 45 Light" pitchFamily="2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1" name="Text Placeholder 15">
            <a:extLst>
              <a:ext uri="{FF2B5EF4-FFF2-40B4-BE49-F238E27FC236}">
                <a16:creationId xmlns:a16="http://schemas.microsoft.com/office/drawing/2014/main" id="{3B1E9743-4863-A723-9C60-5FC5D3DBEA7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452644" y="3968221"/>
            <a:ext cx="2264685" cy="1173194"/>
          </a:xfrm>
        </p:spPr>
        <p:txBody>
          <a:bodyPr>
            <a:normAutofit/>
          </a:bodyPr>
          <a:lstStyle>
            <a:lvl1pPr marL="0" indent="0" algn="ctr">
              <a:buNone/>
              <a:defRPr sz="1400">
                <a:solidFill>
                  <a:schemeClr val="tx1"/>
                </a:solidFill>
                <a:latin typeface="Frutiger 45 Light" pitchFamily="2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15">
            <a:extLst>
              <a:ext uri="{FF2B5EF4-FFF2-40B4-BE49-F238E27FC236}">
                <a16:creationId xmlns:a16="http://schemas.microsoft.com/office/drawing/2014/main" id="{CD805F55-EF87-C927-683C-402E3B434938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271054" y="3968221"/>
            <a:ext cx="2264685" cy="1173194"/>
          </a:xfrm>
        </p:spPr>
        <p:txBody>
          <a:bodyPr>
            <a:normAutofit/>
          </a:bodyPr>
          <a:lstStyle>
            <a:lvl1pPr marL="0" indent="0" algn="ctr">
              <a:buNone/>
              <a:defRPr sz="1400">
                <a:solidFill>
                  <a:schemeClr val="tx1"/>
                </a:solidFill>
                <a:latin typeface="Frutiger 45 Light" pitchFamily="2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15">
            <a:extLst>
              <a:ext uri="{FF2B5EF4-FFF2-40B4-BE49-F238E27FC236}">
                <a16:creationId xmlns:a16="http://schemas.microsoft.com/office/drawing/2014/main" id="{9318E5AB-5357-32EC-1C6F-7497D78CAEE5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089465" y="3968221"/>
            <a:ext cx="2264685" cy="1173194"/>
          </a:xfrm>
        </p:spPr>
        <p:txBody>
          <a:bodyPr>
            <a:normAutofit/>
          </a:bodyPr>
          <a:lstStyle>
            <a:lvl1pPr marL="0" indent="0" algn="ctr">
              <a:buNone/>
              <a:defRPr sz="1400">
                <a:solidFill>
                  <a:schemeClr val="tx1"/>
                </a:solidFill>
                <a:latin typeface="Frutiger 45 Light" pitchFamily="2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A48394A-EAF3-AA74-A443-B84109539DEE}"/>
              </a:ext>
            </a:extLst>
          </p:cNvPr>
          <p:cNvSpPr/>
          <p:nvPr userDrawn="1"/>
        </p:nvSpPr>
        <p:spPr>
          <a:xfrm>
            <a:off x="1232786" y="2984386"/>
            <a:ext cx="1067580" cy="37784"/>
          </a:xfrm>
          <a:prstGeom prst="rect">
            <a:avLst/>
          </a:prstGeom>
          <a:solidFill>
            <a:srgbClr val="0070C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51215128-DC01-82B5-FF95-CD17B9ACB12C}"/>
              </a:ext>
            </a:extLst>
          </p:cNvPr>
          <p:cNvSpPr/>
          <p:nvPr userDrawn="1"/>
        </p:nvSpPr>
        <p:spPr>
          <a:xfrm>
            <a:off x="4051196" y="2984386"/>
            <a:ext cx="1067580" cy="37784"/>
          </a:xfrm>
          <a:prstGeom prst="rect">
            <a:avLst/>
          </a:prstGeom>
          <a:solidFill>
            <a:srgbClr val="0070C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0E91DFC-E616-7C47-DF0B-7E06270BF99C}"/>
              </a:ext>
            </a:extLst>
          </p:cNvPr>
          <p:cNvSpPr/>
          <p:nvPr userDrawn="1"/>
        </p:nvSpPr>
        <p:spPr>
          <a:xfrm>
            <a:off x="6869606" y="2984386"/>
            <a:ext cx="1067580" cy="37784"/>
          </a:xfrm>
          <a:prstGeom prst="rect">
            <a:avLst/>
          </a:prstGeom>
          <a:solidFill>
            <a:srgbClr val="0070C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99A168DF-9E56-0C0D-7485-F28F78F2D2C0}"/>
              </a:ext>
            </a:extLst>
          </p:cNvPr>
          <p:cNvSpPr/>
          <p:nvPr userDrawn="1"/>
        </p:nvSpPr>
        <p:spPr>
          <a:xfrm>
            <a:off x="9688017" y="2984386"/>
            <a:ext cx="1067580" cy="37784"/>
          </a:xfrm>
          <a:prstGeom prst="rect">
            <a:avLst/>
          </a:prstGeom>
          <a:solidFill>
            <a:srgbClr val="0070C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38" name="Text Placeholder 15">
            <a:extLst>
              <a:ext uri="{FF2B5EF4-FFF2-40B4-BE49-F238E27FC236}">
                <a16:creationId xmlns:a16="http://schemas.microsoft.com/office/drawing/2014/main" id="{FB3665BC-C3D4-CE79-80F3-7F34FA3ECDE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34234" y="3298206"/>
            <a:ext cx="2264685" cy="425568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chemeClr val="tx1"/>
                </a:solidFill>
                <a:latin typeface="Frutiger 45 bold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39" name="Text Placeholder 15">
            <a:extLst>
              <a:ext uri="{FF2B5EF4-FFF2-40B4-BE49-F238E27FC236}">
                <a16:creationId xmlns:a16="http://schemas.microsoft.com/office/drawing/2014/main" id="{E06ACF8C-308D-25A7-590F-09AAE35138E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452644" y="3298206"/>
            <a:ext cx="2264685" cy="331936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chemeClr val="tx1"/>
                </a:solidFill>
                <a:latin typeface="Frutiger 45 Light" pitchFamily="2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0" name="Text Placeholder 15">
            <a:extLst>
              <a:ext uri="{FF2B5EF4-FFF2-40B4-BE49-F238E27FC236}">
                <a16:creationId xmlns:a16="http://schemas.microsoft.com/office/drawing/2014/main" id="{403A7C49-0A7D-6B23-80B7-E91B87827A94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271054" y="3298206"/>
            <a:ext cx="2264685" cy="330272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chemeClr val="tx1"/>
                </a:solidFill>
                <a:latin typeface="Frutiger 45 Light" pitchFamily="2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1" name="Text Placeholder 15">
            <a:extLst>
              <a:ext uri="{FF2B5EF4-FFF2-40B4-BE49-F238E27FC236}">
                <a16:creationId xmlns:a16="http://schemas.microsoft.com/office/drawing/2014/main" id="{9F247137-B811-1C0C-3ECF-8920F2723A0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089465" y="3298206"/>
            <a:ext cx="2264685" cy="330272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chemeClr val="tx1"/>
                </a:solidFill>
                <a:latin typeface="Frutiger 45 Light" pitchFamily="2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6" name="Text Placeholder 13">
            <a:extLst>
              <a:ext uri="{FF2B5EF4-FFF2-40B4-BE49-F238E27FC236}">
                <a16:creationId xmlns:a16="http://schemas.microsoft.com/office/drawing/2014/main" id="{EE57E6F6-95E1-BB44-5A8A-95D03F02DCE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33399" y="469835"/>
            <a:ext cx="11125200" cy="434975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en-US" sz="3200" b="1" kern="1200" dirty="0">
                <a:solidFill>
                  <a:srgbClr val="595959"/>
                </a:solidFill>
                <a:latin typeface="Frutiger 45 bold"/>
                <a:ea typeface="+mn-ea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</a:pPr>
            <a:r>
              <a:rPr lang="en-US" dirty="0"/>
              <a:t>Title Here</a:t>
            </a:r>
          </a:p>
        </p:txBody>
      </p:sp>
      <p:pic>
        <p:nvPicPr>
          <p:cNvPr id="2" name="Picture 1" descr="Background pattern&#10;&#10;Description automatically generated">
            <a:extLst>
              <a:ext uri="{FF2B5EF4-FFF2-40B4-BE49-F238E27FC236}">
                <a16:creationId xmlns:a16="http://schemas.microsoft.com/office/drawing/2014/main" id="{6B00E7C7-88E6-A7F9-7356-C605C6E3806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10813091" y="5882639"/>
            <a:ext cx="1388513" cy="989973"/>
          </a:xfrm>
          <a:prstGeom prst="rect">
            <a:avLst/>
          </a:prstGeom>
        </p:spPr>
      </p:pic>
      <p:sp>
        <p:nvSpPr>
          <p:cNvPr id="12" name="Marcador de número de diapositiva 5">
            <a:extLst>
              <a:ext uri="{FF2B5EF4-FFF2-40B4-BE49-F238E27FC236}">
                <a16:creationId xmlns:a16="http://schemas.microsoft.com/office/drawing/2014/main" id="{3BA9357F-11E9-B623-DB32-AA16F0336D11}"/>
              </a:ext>
            </a:extLst>
          </p:cNvPr>
          <p:cNvSpPr txBox="1">
            <a:spLocks/>
          </p:cNvSpPr>
          <p:nvPr userDrawn="1"/>
        </p:nvSpPr>
        <p:spPr>
          <a:xfrm>
            <a:off x="11221092" y="6437871"/>
            <a:ext cx="828094" cy="324138"/>
          </a:xfrm>
          <a:prstGeom prst="rect">
            <a:avLst/>
          </a:prstGeom>
        </p:spPr>
        <p:txBody>
          <a:bodyPr lIns="104891" tIns="52445" rIns="104891" bIns="52445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FF439014-E629-42E3-A58B-61A0F1C8CFFE}" type="slidenum">
              <a:rPr lang="en-US" sz="1200" b="0" smtClean="0">
                <a:solidFill>
                  <a:srgbClr val="00001E"/>
                </a:solidFill>
                <a:latin typeface="Frutiger 45 Light" pitchFamily="2" charset="0"/>
                <a:cs typeface="Calibri" panose="020F0502020204030204" pitchFamily="34" charset="0"/>
              </a:rPr>
              <a:pPr algn="r"/>
              <a:t>‹#›</a:t>
            </a:fld>
            <a:endParaRPr lang="en-US" sz="1200" b="0" dirty="0">
              <a:solidFill>
                <a:srgbClr val="00001E"/>
              </a:solidFill>
              <a:latin typeface="Frutiger 45 Light" pitchFamily="2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0156344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64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picture containing blur&#10;&#10;Description automatically generated">
            <a:extLst>
              <a:ext uri="{FF2B5EF4-FFF2-40B4-BE49-F238E27FC236}">
                <a16:creationId xmlns:a16="http://schemas.microsoft.com/office/drawing/2014/main" id="{EF438032-1F77-BBEA-C7C7-8ED95C652F4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0" y="0"/>
            <a:ext cx="12191999" cy="6858000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E6EEB829-6CD0-4395-A39D-7E253A77EA0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882435" y="2765913"/>
            <a:ext cx="3601189" cy="1326174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defRPr lang="en-US" sz="4400" b="1" kern="1200" dirty="0">
                <a:solidFill>
                  <a:srgbClr val="595959"/>
                </a:solidFill>
                <a:latin typeface="Frutiger 45 bold"/>
                <a:ea typeface="+mn-ea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</a:pPr>
            <a:r>
              <a:rPr lang="en-US" dirty="0"/>
              <a:t>Thank you</a:t>
            </a: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5A4C7068-0752-FBFE-5D91-4C5EF463A7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882435" y="4233333"/>
            <a:ext cx="4293054" cy="664810"/>
          </a:xfrm>
        </p:spPr>
        <p:txBody>
          <a:bodyPr/>
          <a:lstStyle>
            <a:lvl1pPr marL="0" indent="0">
              <a:buNone/>
              <a:defRPr sz="1600">
                <a:solidFill>
                  <a:srgbClr val="595959"/>
                </a:solidFill>
                <a:latin typeface="Frutiger 45 Light" pitchFamily="2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0FA6A43-0AD4-BED3-13C7-0AF5B9BB3FF3}"/>
              </a:ext>
            </a:extLst>
          </p:cNvPr>
          <p:cNvSpPr txBox="1"/>
          <p:nvPr userDrawn="1"/>
        </p:nvSpPr>
        <p:spPr>
          <a:xfrm>
            <a:off x="3048000" y="6423303"/>
            <a:ext cx="6096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b="0" i="0" spc="50" baseline="0" dirty="0" err="1">
                <a:solidFill>
                  <a:srgbClr val="595959"/>
                </a:solidFill>
                <a:effectLst/>
                <a:latin typeface="Frutiger 45 Light" pitchFamily="2" charset="0"/>
              </a:rPr>
              <a:t>LTIMindtree</a:t>
            </a:r>
            <a:r>
              <a:rPr lang="en-US" sz="1000" b="0" i="0" spc="50" baseline="0" dirty="0">
                <a:solidFill>
                  <a:srgbClr val="595959"/>
                </a:solidFill>
                <a:effectLst/>
                <a:latin typeface="Frutiger 45 Light" pitchFamily="2" charset="0"/>
              </a:rPr>
              <a:t> Limited is a subsidiary of Larsen &amp; Toubro Limited</a:t>
            </a:r>
            <a:endParaRPr lang="en-US" sz="1000" b="0" kern="1200" spc="50" baseline="0" dirty="0">
              <a:solidFill>
                <a:srgbClr val="595959"/>
              </a:solidFill>
              <a:latin typeface="Frutiger 45 Light" pitchFamily="2" charset="0"/>
              <a:ea typeface="+mn-ea"/>
              <a:cs typeface="+mn-cs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8C452BF-B975-E66F-DD59-26D7F104617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341" y="6373111"/>
            <a:ext cx="1369134" cy="388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03668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1.emf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503685D-D505-42E6-B2A3-1B26BC7932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8086" y="365125"/>
            <a:ext cx="10885714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20300D-8B9D-444F-97B8-8F7D7E3A37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8086" y="1825625"/>
            <a:ext cx="10885714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DEDB723-1905-4E83-9D47-D0B5CFAA7945}"/>
              </a:ext>
            </a:extLst>
          </p:cNvPr>
          <p:cNvSpPr txBox="1"/>
          <p:nvPr userDrawn="1"/>
        </p:nvSpPr>
        <p:spPr>
          <a:xfrm>
            <a:off x="3048000" y="6425185"/>
            <a:ext cx="6096000" cy="248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</a:pPr>
            <a:r>
              <a:rPr lang="en-US" sz="1000" dirty="0">
                <a:solidFill>
                  <a:srgbClr val="97A0A4"/>
                </a:solidFill>
                <a:effectLst/>
                <a:latin typeface="Frutiger LT Pro 45 Light" panose="020B0403030504020204" pitchFamily="34" charset="77"/>
                <a:ea typeface="Frutiger LT Pro 45 Light" panose="020B0403030504020204" pitchFamily="34" charset="77"/>
                <a:cs typeface="Calibri" panose="020F0502020204030204" pitchFamily="34" charset="0"/>
              </a:rPr>
              <a:t>©LTIMindtree | Privileged and Confidential 2025</a:t>
            </a:r>
            <a:endParaRPr lang="en-IN" sz="1000" dirty="0">
              <a:solidFill>
                <a:srgbClr val="595959"/>
              </a:solidFill>
              <a:effectLst/>
              <a:latin typeface="Frutiger LT Pro 45 Light" panose="020B0403030504020204" pitchFamily="34" charset="77"/>
              <a:ea typeface="Frutiger LT Pro 45 Light" panose="020B0403030504020204" pitchFamily="34" charset="77"/>
              <a:cs typeface="Calibri" panose="020F0502020204030204" pitchFamily="34" charset="0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604E6E1E-7055-8D1B-4C37-9DCF88F2180C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7" name="Text Box 1073742684">
            <a:extLst>
              <a:ext uri="{FF2B5EF4-FFF2-40B4-BE49-F238E27FC236}">
                <a16:creationId xmlns:a16="http://schemas.microsoft.com/office/drawing/2014/main" id="{CB09C83E-2E41-0B4B-7535-36A14EDE4624}"/>
              </a:ext>
            </a:extLst>
          </p:cNvPr>
          <p:cNvSpPr txBox="1"/>
          <p:nvPr userDrawn="1"/>
        </p:nvSpPr>
        <p:spPr>
          <a:xfrm>
            <a:off x="4620260" y="3278188"/>
            <a:ext cx="2951480" cy="301625"/>
          </a:xfrm>
          <a:prstGeom prst="rect">
            <a:avLst/>
          </a:prstGeom>
          <a:noFill/>
          <a:ln w="6350">
            <a:noFill/>
          </a:ln>
        </p:spPr>
        <p:txBody>
          <a:bodyPr rot="0" spcFirstLastPara="0" vert="horz" wrap="non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endParaRPr lang="en-IN" sz="1000" dirty="0">
              <a:solidFill>
                <a:srgbClr val="595959"/>
              </a:solidFill>
              <a:effectLst/>
              <a:latin typeface="Frutiger LT Pro 45 Light" panose="020B0403030504020204" pitchFamily="34" charset="77"/>
              <a:ea typeface="Frutiger LT Pro 45 Light" panose="020B0403030504020204" pitchFamily="34" charset="77"/>
              <a:cs typeface="Calibri" panose="020F050202020403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90561BA-C7F5-9336-C8B6-9C52C6E480B1}"/>
              </a:ext>
            </a:extLst>
          </p:cNvPr>
          <p:cNvPicPr>
            <a:picLocks noChangeAspect="1"/>
          </p:cNvPicPr>
          <p:nvPr userDrawn="1"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341" y="6373111"/>
            <a:ext cx="1369134" cy="388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72329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2" r:id="rId2"/>
    <p:sldLayoutId id="2147483661" r:id="rId3"/>
    <p:sldLayoutId id="2147483666" r:id="rId4"/>
    <p:sldLayoutId id="2147483665" r:id="rId5"/>
    <p:sldLayoutId id="2147483651" r:id="rId6"/>
    <p:sldLayoutId id="2147483660" r:id="rId7"/>
    <p:sldLayoutId id="2147483652" r:id="rId8"/>
    <p:sldLayoutId id="2147483653" r:id="rId9"/>
    <p:sldLayoutId id="2147483654" r:id="rId10"/>
    <p:sldLayoutId id="2147483658" r:id="rId11"/>
    <p:sldLayoutId id="2147483656" r:id="rId12"/>
    <p:sldLayoutId id="2147483657" r:id="rId13"/>
    <p:sldLayoutId id="2147483664" r:id="rId14"/>
    <p:sldLayoutId id="2147483663" r:id="rId15"/>
    <p:sldLayoutId id="2147483659" r:id="rId1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8.xml"/><Relationship Id="rId2" Type="http://schemas.openxmlformats.org/officeDocument/2006/relationships/diagramData" Target="../diagrams/data8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8.xml"/><Relationship Id="rId5" Type="http://schemas.openxmlformats.org/officeDocument/2006/relationships/diagramColors" Target="../diagrams/colors8.xml"/><Relationship Id="rId4" Type="http://schemas.openxmlformats.org/officeDocument/2006/relationships/diagramQuickStyle" Target="../diagrams/quickStyle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9.xml"/><Relationship Id="rId2" Type="http://schemas.openxmlformats.org/officeDocument/2006/relationships/diagramData" Target="../diagrams/data9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9.xml"/><Relationship Id="rId5" Type="http://schemas.openxmlformats.org/officeDocument/2006/relationships/diagramColors" Target="../diagrams/colors9.xml"/><Relationship Id="rId4" Type="http://schemas.openxmlformats.org/officeDocument/2006/relationships/diagramQuickStyle" Target="../diagrams/quickStyle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0.xml"/><Relationship Id="rId2" Type="http://schemas.openxmlformats.org/officeDocument/2006/relationships/diagramData" Target="../diagrams/data10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0.xml"/><Relationship Id="rId5" Type="http://schemas.openxmlformats.org/officeDocument/2006/relationships/diagramColors" Target="../diagrams/colors10.xml"/><Relationship Id="rId4" Type="http://schemas.openxmlformats.org/officeDocument/2006/relationships/diagramQuickStyle" Target="../diagrams/quickStyle10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4">
            <a:extLst>
              <a:ext uri="{FF2B5EF4-FFF2-40B4-BE49-F238E27FC236}">
                <a16:creationId xmlns:a16="http://schemas.microsoft.com/office/drawing/2014/main" id="{9E82882D-F3C1-4C31-B151-9404831365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62400" y="3058510"/>
            <a:ext cx="7495822" cy="1302815"/>
          </a:xfrm>
        </p:spPr>
        <p:txBody>
          <a:bodyPr/>
          <a:lstStyle/>
          <a:p>
            <a:r>
              <a:rPr lang="en-US" dirty="0"/>
              <a:t>IMS AND IT INFRASTRUCTURE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18C0FB3-4408-CAC0-4049-69385A854F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506124" y="4283211"/>
            <a:ext cx="3582289" cy="467466"/>
          </a:xfrm>
        </p:spPr>
        <p:txBody>
          <a:bodyPr/>
          <a:lstStyle/>
          <a:p>
            <a:r>
              <a:rPr lang="en-US" dirty="0"/>
              <a:t>SPEAKER :- SNEHA KUMARI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5837743"/>
      </p:ext>
    </p:extLst>
  </p:cSld>
  <p:clrMapOvr>
    <a:masterClrMapping/>
  </p:clrMapOvr>
  <p:transition spd="slow">
    <p:wip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05422D-72DA-1976-8433-1D2984704C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33F8E170-CF8F-EB3A-F182-410A330E5E9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33399" y="469835"/>
            <a:ext cx="11125200" cy="4349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500"/>
              <a:t>What is IMS?</a:t>
            </a:r>
          </a:p>
          <a:p>
            <a:pPr marL="0" indent="0">
              <a:buNone/>
            </a:pPr>
            <a:endParaRPr lang="en-US" sz="2500"/>
          </a:p>
        </p:txBody>
      </p:sp>
      <p:graphicFrame>
        <p:nvGraphicFramePr>
          <p:cNvPr id="16" name="Content Placeholder 7">
            <a:extLst>
              <a:ext uri="{FF2B5EF4-FFF2-40B4-BE49-F238E27FC236}">
                <a16:creationId xmlns:a16="http://schemas.microsoft.com/office/drawing/2014/main" id="{9C972784-1042-DE2B-617A-D4DED0630F2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68845927"/>
              </p:ext>
            </p:extLst>
          </p:nvPr>
        </p:nvGraphicFramePr>
        <p:xfrm>
          <a:off x="533400" y="1822450"/>
          <a:ext cx="111252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887164580"/>
      </p:ext>
    </p:extLst>
  </p:cSld>
  <p:clrMapOvr>
    <a:masterClrMapping/>
  </p:clrMapOvr>
  <p:transition spd="slow">
    <p:wip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A094BD-1E3B-3101-2AE0-59AD6167D4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6A6C0DBD-1602-DA35-3BB1-7714318BE57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33399" y="469835"/>
            <a:ext cx="11125200" cy="4349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500" dirty="0"/>
              <a:t>How is IMS implemented in organizations?</a:t>
            </a:r>
          </a:p>
          <a:p>
            <a:pPr marL="0" indent="0">
              <a:buNone/>
            </a:pPr>
            <a:endParaRPr lang="en-US" sz="2500" dirty="0"/>
          </a:p>
        </p:txBody>
      </p:sp>
      <p:graphicFrame>
        <p:nvGraphicFramePr>
          <p:cNvPr id="16" name="Content Placeholder 7">
            <a:extLst>
              <a:ext uri="{FF2B5EF4-FFF2-40B4-BE49-F238E27FC236}">
                <a16:creationId xmlns:a16="http://schemas.microsoft.com/office/drawing/2014/main" id="{4A071159-7D65-1605-D7EB-FD774844EB2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63930869"/>
              </p:ext>
            </p:extLst>
          </p:nvPr>
        </p:nvGraphicFramePr>
        <p:xfrm>
          <a:off x="533400" y="1822450"/>
          <a:ext cx="111252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44248349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398543-2B82-8C88-BC34-526F6224C0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6EE3268C-31D0-81DE-18D1-42A3FEBC0AB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33399" y="469835"/>
            <a:ext cx="11125200" cy="4349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500"/>
              <a:t>Role of IMS in corporate life</a:t>
            </a:r>
          </a:p>
          <a:p>
            <a:pPr marL="0" indent="0">
              <a:buNone/>
            </a:pPr>
            <a:endParaRPr lang="en-US" sz="2500"/>
          </a:p>
        </p:txBody>
      </p:sp>
      <p:graphicFrame>
        <p:nvGraphicFramePr>
          <p:cNvPr id="16" name="Content Placeholder 7">
            <a:extLst>
              <a:ext uri="{FF2B5EF4-FFF2-40B4-BE49-F238E27FC236}">
                <a16:creationId xmlns:a16="http://schemas.microsoft.com/office/drawing/2014/main" id="{40D5AF18-95B3-F8C3-C09D-E31F807A628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69356726"/>
              </p:ext>
            </p:extLst>
          </p:nvPr>
        </p:nvGraphicFramePr>
        <p:xfrm>
          <a:off x="533400" y="1822450"/>
          <a:ext cx="111252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88360413"/>
      </p:ext>
    </p:extLst>
  </p:cSld>
  <p:clrMapOvr>
    <a:masterClrMapping/>
  </p:clrMapOvr>
  <p:transition spd="slow">
    <p:wip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7623AF-7F00-063C-1B76-C7A562D397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4A514722-CF66-9D83-0574-BE3430AB34B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33399" y="469835"/>
            <a:ext cx="11125200" cy="4349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500"/>
              <a:t>What if IMS does not exist?</a:t>
            </a:r>
          </a:p>
          <a:p>
            <a:pPr marL="0" indent="0">
              <a:buNone/>
            </a:pPr>
            <a:endParaRPr lang="en-US" sz="2500"/>
          </a:p>
        </p:txBody>
      </p:sp>
      <p:graphicFrame>
        <p:nvGraphicFramePr>
          <p:cNvPr id="16" name="Content Placeholder 7">
            <a:extLst>
              <a:ext uri="{FF2B5EF4-FFF2-40B4-BE49-F238E27FC236}">
                <a16:creationId xmlns:a16="http://schemas.microsoft.com/office/drawing/2014/main" id="{4AEDAE13-28C4-2C2E-1549-265150D5C20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31661352"/>
              </p:ext>
            </p:extLst>
          </p:nvPr>
        </p:nvGraphicFramePr>
        <p:xfrm>
          <a:off x="533400" y="1822450"/>
          <a:ext cx="111252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861759359"/>
      </p:ext>
    </p:extLst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010F22-E86D-0A83-18B8-4D44428250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0CAE6695-6E64-023B-EA18-74FBDED487C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33399" y="469835"/>
            <a:ext cx="11125200" cy="4349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500" dirty="0"/>
              <a:t>Centralized Management (Authentication &amp; Authorization)</a:t>
            </a:r>
          </a:p>
          <a:p>
            <a:pPr marL="0" indent="0">
              <a:buNone/>
            </a:pPr>
            <a:endParaRPr lang="en-US" sz="2500" dirty="0"/>
          </a:p>
        </p:txBody>
      </p:sp>
      <p:graphicFrame>
        <p:nvGraphicFramePr>
          <p:cNvPr id="18" name="Content Placeholder 7">
            <a:extLst>
              <a:ext uri="{FF2B5EF4-FFF2-40B4-BE49-F238E27FC236}">
                <a16:creationId xmlns:a16="http://schemas.microsoft.com/office/drawing/2014/main" id="{FB64101E-9036-FA66-8254-D4B127471E4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9642504"/>
              </p:ext>
            </p:extLst>
          </p:nvPr>
        </p:nvGraphicFramePr>
        <p:xfrm>
          <a:off x="533400" y="1822450"/>
          <a:ext cx="111252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880500086"/>
      </p:ext>
    </p:extLst>
  </p:cSld>
  <p:clrMapOvr>
    <a:masterClrMapping/>
  </p:clrMapOvr>
  <p:transition spd="slow">
    <p:wip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7E6B99-666D-FBCC-C0C8-D62643E388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55C1E00F-DB2B-DFB4-6A50-DF7414CFD1B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33399" y="469835"/>
            <a:ext cx="11125200" cy="4349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500"/>
              <a:t>On-Premise &amp; Cloud Integration</a:t>
            </a:r>
          </a:p>
          <a:p>
            <a:pPr marL="0" indent="0">
              <a:buNone/>
            </a:pPr>
            <a:endParaRPr lang="en-US" sz="2500"/>
          </a:p>
        </p:txBody>
      </p:sp>
      <p:graphicFrame>
        <p:nvGraphicFramePr>
          <p:cNvPr id="16" name="Content Placeholder 7">
            <a:extLst>
              <a:ext uri="{FF2B5EF4-FFF2-40B4-BE49-F238E27FC236}">
                <a16:creationId xmlns:a16="http://schemas.microsoft.com/office/drawing/2014/main" id="{01D31E82-3EEE-A72D-3C49-E30049D158D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67042779"/>
              </p:ext>
            </p:extLst>
          </p:nvPr>
        </p:nvGraphicFramePr>
        <p:xfrm>
          <a:off x="533400" y="1822450"/>
          <a:ext cx="111252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000576908"/>
      </p:ext>
    </p:extLst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2471CC-42C7-ABA3-8217-0B7121A503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8A0B81B7-BD88-6950-599B-CBE80191A10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33399" y="469835"/>
            <a:ext cx="11125200" cy="4349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500" dirty="0"/>
              <a:t>Microsoft Azure: PaaS, IaaS, SaaS</a:t>
            </a:r>
            <a:endParaRPr lang="en-US" sz="2500" dirty="0"/>
          </a:p>
        </p:txBody>
      </p:sp>
      <p:pic>
        <p:nvPicPr>
          <p:cNvPr id="3" name="Content Placeholder 2" descr="A table with text on it&#10;&#10;AI-generated content may be incorrect.">
            <a:extLst>
              <a:ext uri="{FF2B5EF4-FFF2-40B4-BE49-F238E27FC236}">
                <a16:creationId xmlns:a16="http://schemas.microsoft.com/office/drawing/2014/main" id="{FA63F136-CEA5-78F3-AC15-BDCFF36DF78D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0742"/>
          <a:stretch>
            <a:fillRect/>
          </a:stretch>
        </p:blipFill>
        <p:spPr>
          <a:xfrm>
            <a:off x="533399" y="1075360"/>
            <a:ext cx="8897619" cy="4707279"/>
          </a:xfrm>
          <a:noFill/>
        </p:spPr>
      </p:pic>
    </p:spTree>
    <p:extLst>
      <p:ext uri="{BB962C8B-B14F-4D97-AF65-F5344CB8AC3E}">
        <p14:creationId xmlns:p14="http://schemas.microsoft.com/office/powerpoint/2010/main" val="140217942"/>
      </p:ext>
    </p:extLst>
  </p:cSld>
  <p:clrMapOvr>
    <a:masterClrMapping/>
  </p:clrMapOvr>
  <p:transition spd="slow">
    <p:wip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D9BA4F-AC3A-02E3-070D-82D4141C7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4DB321B6-4E25-338F-D1C1-72310CA20A3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33399" y="469835"/>
            <a:ext cx="11125200" cy="4349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500"/>
              <a:t>Network Protocols</a:t>
            </a:r>
            <a:endParaRPr lang="en-US" sz="2500"/>
          </a:p>
        </p:txBody>
      </p:sp>
      <p:graphicFrame>
        <p:nvGraphicFramePr>
          <p:cNvPr id="16" name="Content Placeholder 7">
            <a:extLst>
              <a:ext uri="{FF2B5EF4-FFF2-40B4-BE49-F238E27FC236}">
                <a16:creationId xmlns:a16="http://schemas.microsoft.com/office/drawing/2014/main" id="{931A36DA-A7AC-0CED-F1B4-C037D82C041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80551469"/>
              </p:ext>
            </p:extLst>
          </p:nvPr>
        </p:nvGraphicFramePr>
        <p:xfrm>
          <a:off x="533400" y="1822450"/>
          <a:ext cx="111252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996401346"/>
      </p:ext>
    </p:extLst>
  </p:cSld>
  <p:clrMapOvr>
    <a:masterClrMapping/>
  </p:clrMapOvr>
  <p:transition spd="slow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AF71BA-51AC-FD7C-D5FD-9467D5ADBB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FE035943-9126-EB6C-1B39-E5D62EC986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33399" y="469835"/>
            <a:ext cx="11125200" cy="4349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500"/>
              <a:t>Network Protocols</a:t>
            </a:r>
          </a:p>
        </p:txBody>
      </p:sp>
      <p:graphicFrame>
        <p:nvGraphicFramePr>
          <p:cNvPr id="16" name="Content Placeholder 7">
            <a:extLst>
              <a:ext uri="{FF2B5EF4-FFF2-40B4-BE49-F238E27FC236}">
                <a16:creationId xmlns:a16="http://schemas.microsoft.com/office/drawing/2014/main" id="{1A6359E0-640A-78B5-A382-7F5AFBA056D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24668075"/>
              </p:ext>
            </p:extLst>
          </p:nvPr>
        </p:nvGraphicFramePr>
        <p:xfrm>
          <a:off x="533400" y="1822450"/>
          <a:ext cx="111252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631752956"/>
      </p:ext>
    </p:extLst>
  </p:cSld>
  <p:clrMapOvr>
    <a:masterClrMapping/>
  </p:clrMapOvr>
  <p:transition spd="slow">
    <p:wip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FE7F6B-F788-A084-2936-7B588E622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0442B02C-D626-BB0C-F15F-670C9EB0B3E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33399" y="469835"/>
            <a:ext cx="11125200" cy="4349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500"/>
              <a:t>OS Security Features</a:t>
            </a:r>
          </a:p>
        </p:txBody>
      </p:sp>
      <p:graphicFrame>
        <p:nvGraphicFramePr>
          <p:cNvPr id="16" name="Content Placeholder 7">
            <a:extLst>
              <a:ext uri="{FF2B5EF4-FFF2-40B4-BE49-F238E27FC236}">
                <a16:creationId xmlns:a16="http://schemas.microsoft.com/office/drawing/2014/main" id="{CD5BB087-2576-BCF9-D2A9-8D59FEF7B76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83754029"/>
              </p:ext>
            </p:extLst>
          </p:nvPr>
        </p:nvGraphicFramePr>
        <p:xfrm>
          <a:off x="533400" y="1822450"/>
          <a:ext cx="111252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67079376"/>
      </p:ext>
    </p:extLst>
  </p:cSld>
  <p:clrMapOvr>
    <a:masterClrMapping/>
  </p:clrMapOvr>
  <p:transition spd="slow">
    <p:push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B55674-751D-C034-45A7-4E34306141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CB4C752C-1FFE-8629-7638-CFC75741104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33399" y="469835"/>
            <a:ext cx="11125200" cy="4349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500"/>
              <a:t>OS Security Features</a:t>
            </a:r>
          </a:p>
        </p:txBody>
      </p:sp>
      <p:graphicFrame>
        <p:nvGraphicFramePr>
          <p:cNvPr id="24" name="Content Placeholder 7">
            <a:extLst>
              <a:ext uri="{FF2B5EF4-FFF2-40B4-BE49-F238E27FC236}">
                <a16:creationId xmlns:a16="http://schemas.microsoft.com/office/drawing/2014/main" id="{BC08C397-AAA8-BEAF-51DC-C3ED222C2FA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4810227"/>
              </p:ext>
            </p:extLst>
          </p:nvPr>
        </p:nvGraphicFramePr>
        <p:xfrm>
          <a:off x="533400" y="1822450"/>
          <a:ext cx="111252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567918232"/>
      </p:ext>
    </p:extLst>
  </p:cSld>
  <p:clrMapOvr>
    <a:masterClrMapping/>
  </p:clrMapOvr>
  <p:transition spd="slow">
    <p:wip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3DB2B9B-DFAC-0E48-FC1D-B5B0DA45A3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93242" y="1508588"/>
            <a:ext cx="5864980" cy="2852737"/>
          </a:xfrm>
        </p:spPr>
        <p:txBody>
          <a:bodyPr anchor="b">
            <a:normAutofit/>
          </a:bodyPr>
          <a:lstStyle/>
          <a:p>
            <a:r>
              <a:rPr lang="en-US" dirty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328550334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split orient="vert"/>
      </p:transition>
    </mc:Choice>
    <mc:Fallback>
      <p:transition spd="slow">
        <p:split orient="vert"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LM">
      <a:dk1>
        <a:srgbClr val="595959"/>
      </a:dk1>
      <a:lt1>
        <a:srgbClr val="FFFFFF"/>
      </a:lt1>
      <a:dk2>
        <a:srgbClr val="000000"/>
      </a:dk2>
      <a:lt2>
        <a:srgbClr val="FFFFFF"/>
      </a:lt2>
      <a:accent1>
        <a:srgbClr val="BCD9F3"/>
      </a:accent1>
      <a:accent2>
        <a:srgbClr val="97C4EC"/>
      </a:accent2>
      <a:accent3>
        <a:srgbClr val="60A5E2"/>
      </a:accent3>
      <a:accent4>
        <a:srgbClr val="EF7C00"/>
      </a:accent4>
      <a:accent5>
        <a:srgbClr val="C8CA05"/>
      </a:accent5>
      <a:accent6>
        <a:srgbClr val="33682B"/>
      </a:accent6>
      <a:hlink>
        <a:srgbClr val="64B3E3"/>
      </a:hlink>
      <a:folHlink>
        <a:srgbClr val="004683"/>
      </a:folHlink>
    </a:clrScheme>
    <a:fontScheme name="Frutiger">
      <a:majorFont>
        <a:latin typeface="Frutiger 45 bold"/>
        <a:ea typeface=""/>
        <a:cs typeface=""/>
      </a:majorFont>
      <a:minorFont>
        <a:latin typeface="Frutiger 45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osFor_Spectra.potx" id="{D243AE31-2911-4724-A6B0-9DF4D975FB8C}" vid="{DF7EB32A-31C2-4AB8-91DF-BF0AD935DC3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?mso-contentType ?>
<spe:Receivers xmlns:spe="http://schemas.microsoft.com/sharepoint/events">
  <Receiver>
    <Name>Document ID Generator</Name>
    <Synchronization>Synchronous</Synchronization>
    <Type>10001</Type>
    <SequenceNumber>1000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10002</Type>
    <SequenceNumber>1001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10004</Type>
    <SequenceNumber>1002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10006</Type>
    <SequenceNumber>1003</SequenceNumber>
    <Url/>
    <Assembly>Microsoft.Office.DocumentManagement, Version=16.0.0.0, Culture=neutral, PublicKeyToken=71e9bce111e9429c</Assembly>
    <Class>Microsoft.Office.DocumentManagement.Internal.DocIdHandler</Class>
    <Data/>
    <Filter/>
  </Receiver>
</spe:Receiver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EE668FDB297BA418F5A6539855E71B7" ma:contentTypeVersion="3" ma:contentTypeDescription="Create a new document." ma:contentTypeScope="" ma:versionID="4294c225a3417baf4b70885d580e1778">
  <xsd:schema xmlns:xsd="http://www.w3.org/2001/XMLSchema" xmlns:xs="http://www.w3.org/2001/XMLSchema" xmlns:p="http://schemas.microsoft.com/office/2006/metadata/properties" xmlns:ns2="88563cb8-e9e3-40d4-951f-126d0c29510d" xmlns:ns3="dc0ddbac-d92f-4135-ae82-46af643a22eb" targetNamespace="http://schemas.microsoft.com/office/2006/metadata/properties" ma:root="true" ma:fieldsID="4f00704ce9a2416b2cdaa5d136de8e77" ns2:_="" ns3:_="">
    <xsd:import namespace="88563cb8-e9e3-40d4-951f-126d0c29510d"/>
    <xsd:import namespace="dc0ddbac-d92f-4135-ae82-46af643a22eb"/>
    <xsd:element name="properties">
      <xsd:complexType>
        <xsd:sequence>
          <xsd:element name="documentManagement">
            <xsd:complexType>
              <xsd:all>
                <xsd:element ref="ns2:_dlc_DocId" minOccurs="0"/>
                <xsd:element ref="ns2:_dlc_DocIdUrl" minOccurs="0"/>
                <xsd:element ref="ns2:_dlc_DocIdPersistId" minOccurs="0"/>
                <xsd:element ref="ns3:MediaServiceMetadata" minOccurs="0"/>
                <xsd:element ref="ns3:MediaServiceFastMetadata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8563cb8-e9e3-40d4-951f-126d0c29510d" elementFormDefault="qualified">
    <xsd:import namespace="http://schemas.microsoft.com/office/2006/documentManagement/types"/>
    <xsd:import namespace="http://schemas.microsoft.com/office/infopath/2007/PartnerControls"/>
    <xsd:element name="_dlc_DocId" ma:index="8" nillable="true" ma:displayName="Document ID Value" ma:description="The value of the document ID assigned to this item." ma:indexed="true" ma:internalName="_dlc_DocId" ma:readOnly="true">
      <xsd:simpleType>
        <xsd:restriction base="dms:Text"/>
      </xsd:simpleType>
    </xsd:element>
    <xsd:element name="_dlc_DocIdUrl" ma:index="9" nillable="true" ma:displayName="Document ID" ma:description="Permanent link to this document." ma:hidden="true" ma:internalName="_dlc_DocIdUrl" ma:readOnly="tru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_dlc_DocIdPersistId" ma:index="10" nillable="true" ma:displayName="Persist ID" ma:description="Keep ID on add." ma:hidden="true" ma:internalName="_dlc_DocIdPersistId" ma:readOnly="true">
      <xsd:simpleType>
        <xsd:restriction base="dms:Boolea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c0ddbac-d92f-4135-ae82-46af643a22e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3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4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dlc_DocId xmlns="88563cb8-e9e3-40d4-951f-126d0c29510d">QUMXH5H4ZXKS-875811578-11</_dlc_DocId>
    <_dlc_DocIdUrl xmlns="88563cb8-e9e3-40d4-951f-126d0c29510d">
      <Url>https://mindtreeonline.sharepoint.com/sites/LTIMindtree-Corporate-Templates/_layouts/15/DocIdRedir.aspx?ID=QUMXH5H4ZXKS-875811578-11</Url>
      <Description>QUMXH5H4ZXKS-875811578-11</Description>
    </_dlc_DocIdUrl>
  </documentManagement>
</p:properties>
</file>

<file path=customXml/itemProps1.xml><?xml version="1.0" encoding="utf-8"?>
<ds:datastoreItem xmlns:ds="http://schemas.openxmlformats.org/officeDocument/2006/customXml" ds:itemID="{3998B09E-68DE-4B62-A34E-BB5B738ECC3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C474493-4661-4534-A819-8424B96FDD6F}">
  <ds:schemaRefs>
    <ds:schemaRef ds:uri="http://schemas.microsoft.com/sharepoint/events"/>
  </ds:schemaRefs>
</ds:datastoreItem>
</file>

<file path=customXml/itemProps3.xml><?xml version="1.0" encoding="utf-8"?>
<ds:datastoreItem xmlns:ds="http://schemas.openxmlformats.org/officeDocument/2006/customXml" ds:itemID="{BACBCD0B-8E49-473F-9B37-931C1D23841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8563cb8-e9e3-40d4-951f-126d0c29510d"/>
    <ds:schemaRef ds:uri="dc0ddbac-d92f-4135-ae82-46af643a22e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4.xml><?xml version="1.0" encoding="utf-8"?>
<ds:datastoreItem xmlns:ds="http://schemas.openxmlformats.org/officeDocument/2006/customXml" ds:itemID="{4C55CB52-33A3-4B47-8C1D-0EE24875E3DC}">
  <ds:schemaRefs>
    <ds:schemaRef ds:uri="http://schemas.microsoft.com/office/2006/metadata/properties"/>
    <ds:schemaRef ds:uri="http://schemas.microsoft.com/office/infopath/2007/PartnerControls"/>
    <ds:schemaRef ds:uri="88563cb8-e9e3-40d4-951f-126d0c29510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352</TotalTime>
  <Words>388</Words>
  <Application>Microsoft Office PowerPoint</Application>
  <PresentationFormat>Widescreen</PresentationFormat>
  <Paragraphs>54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1" baseType="lpstr">
      <vt:lpstr>Arial</vt:lpstr>
      <vt:lpstr>Calibri</vt:lpstr>
      <vt:lpstr>Frutiger 45 bold</vt:lpstr>
      <vt:lpstr>Frutiger 45 Light</vt:lpstr>
      <vt:lpstr>Frutiger LT Pro 45 Light</vt:lpstr>
      <vt:lpstr>Symbol</vt:lpstr>
      <vt:lpstr>Wingdings</vt:lpstr>
      <vt:lpstr>Office Theme</vt:lpstr>
      <vt:lpstr>IMS AND IT INFRASTRUCTURE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LTIMindtree PowerPoint Template_Download Source Sans Pro Font</dc:title>
  <dc:creator>Payal Gahlot</dc:creator>
  <cp:lastModifiedBy>shivam kumar sinha</cp:lastModifiedBy>
  <cp:revision>67</cp:revision>
  <dcterms:created xsi:type="dcterms:W3CDTF">2022-10-14T05:48:11Z</dcterms:created>
  <dcterms:modified xsi:type="dcterms:W3CDTF">2025-11-09T16:55:42Z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0x0101001EE668FDB297BA418F5A6539855E71B7</vt:lpwstr>
  </property>
  <property fmtid="{D5CDD505-2E9C-101B-9397-08002B2CF9AE}" pid="3" name="_dlc_DocIdItemGuid">
    <vt:lpwstr>36da67c7-b504-4aea-865b-0e87cedc899d</vt:lpwstr>
  </property>
</Properties>
</file>