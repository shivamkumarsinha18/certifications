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22"/>
  </p:handoutMasterIdLst>
  <p:sldIdLst>
    <p:sldId id="256" r:id="rId6"/>
    <p:sldId id="261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2F748-1AD2-473F-9C9E-DF14A1FF5DC4}" v="36" dt="2025-11-09T10:56:02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37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kumar sinha" userId="f6c8076908451f30" providerId="LiveId" clId="{7A73AF07-04EB-4083-A4A7-A61EB6FB4D8C}"/>
    <pc:docChg chg="undo custSel addSld delSld modSld">
      <pc:chgData name="shivam kumar sinha" userId="f6c8076908451f30" providerId="LiveId" clId="{7A73AF07-04EB-4083-A4A7-A61EB6FB4D8C}" dt="2025-11-09T11:01:50.744" v="111" actId="26606"/>
      <pc:docMkLst>
        <pc:docMk/>
      </pc:docMkLst>
      <pc:sldChg chg="modSp del mod">
        <pc:chgData name="shivam kumar sinha" userId="f6c8076908451f30" providerId="LiveId" clId="{7A73AF07-04EB-4083-A4A7-A61EB6FB4D8C}" dt="2025-11-09T10:56:15.111" v="73" actId="47"/>
        <pc:sldMkLst>
          <pc:docMk/>
          <pc:sldMk cId="2997260212" sldId="259"/>
        </pc:sldMkLst>
        <pc:spChg chg="mod">
          <ac:chgData name="shivam kumar sinha" userId="f6c8076908451f30" providerId="LiveId" clId="{7A73AF07-04EB-4083-A4A7-A61EB6FB4D8C}" dt="2025-11-09T10:48:30.571" v="6" actId="21"/>
          <ac:spMkLst>
            <pc:docMk/>
            <pc:sldMk cId="2997260212" sldId="259"/>
            <ac:spMk id="8" creationId="{D451BC80-65E0-41C8-63BE-744D31076D90}"/>
          </ac:spMkLst>
        </pc:spChg>
        <pc:spChg chg="mod">
          <ac:chgData name="shivam kumar sinha" userId="f6c8076908451f30" providerId="LiveId" clId="{7A73AF07-04EB-4083-A4A7-A61EB6FB4D8C}" dt="2025-11-09T10:48:20.831" v="5"/>
          <ac:spMkLst>
            <pc:docMk/>
            <pc:sldMk cId="2997260212" sldId="259"/>
            <ac:spMk id="14" creationId="{44E3B9C0-D4F4-BC78-C228-3D3A088EDB36}"/>
          </ac:spMkLst>
        </pc:spChg>
      </pc:sldChg>
      <pc:sldChg chg="del">
        <pc:chgData name="shivam kumar sinha" userId="f6c8076908451f30" providerId="LiveId" clId="{7A73AF07-04EB-4083-A4A7-A61EB6FB4D8C}" dt="2025-11-09T10:56:37.702" v="85" actId="47"/>
        <pc:sldMkLst>
          <pc:docMk/>
          <pc:sldMk cId="3721533725" sldId="260"/>
        </pc:sldMkLst>
      </pc:sldChg>
      <pc:sldChg chg="add del">
        <pc:chgData name="shivam kumar sinha" userId="f6c8076908451f30" providerId="LiveId" clId="{7A73AF07-04EB-4083-A4A7-A61EB6FB4D8C}" dt="2025-11-09T10:49:30.813" v="16" actId="47"/>
        <pc:sldMkLst>
          <pc:docMk/>
          <pc:sldMk cId="2316297319" sldId="261"/>
        </pc:sldMkLst>
      </pc:sldChg>
      <pc:sldChg chg="del">
        <pc:chgData name="shivam kumar sinha" userId="f6c8076908451f30" providerId="LiveId" clId="{7A73AF07-04EB-4083-A4A7-A61EB6FB4D8C}" dt="2025-11-09T10:49:24.514" v="12" actId="47"/>
        <pc:sldMkLst>
          <pc:docMk/>
          <pc:sldMk cId="2405068303" sldId="262"/>
        </pc:sldMkLst>
      </pc:sldChg>
      <pc:sldChg chg="del">
        <pc:chgData name="shivam kumar sinha" userId="f6c8076908451f30" providerId="LiveId" clId="{7A73AF07-04EB-4083-A4A7-A61EB6FB4D8C}" dt="2025-11-09T10:56:39.249" v="87" actId="47"/>
        <pc:sldMkLst>
          <pc:docMk/>
          <pc:sldMk cId="102243320" sldId="263"/>
        </pc:sldMkLst>
      </pc:sldChg>
      <pc:sldChg chg="del">
        <pc:chgData name="shivam kumar sinha" userId="f6c8076908451f30" providerId="LiveId" clId="{7A73AF07-04EB-4083-A4A7-A61EB6FB4D8C}" dt="2025-11-09T10:56:26.203" v="75" actId="47"/>
        <pc:sldMkLst>
          <pc:docMk/>
          <pc:sldMk cId="3201629012" sldId="264"/>
        </pc:sldMkLst>
      </pc:sldChg>
      <pc:sldChg chg="delSp mod">
        <pc:chgData name="shivam kumar sinha" userId="f6c8076908451f30" providerId="LiveId" clId="{7A73AF07-04EB-4083-A4A7-A61EB6FB4D8C}" dt="2025-11-09T10:56:45.323" v="88" actId="478"/>
        <pc:sldMkLst>
          <pc:docMk/>
          <pc:sldMk cId="3285503349" sldId="265"/>
        </pc:sldMkLst>
        <pc:spChg chg="del">
          <ac:chgData name="shivam kumar sinha" userId="f6c8076908451f30" providerId="LiveId" clId="{7A73AF07-04EB-4083-A4A7-A61EB6FB4D8C}" dt="2025-11-09T10:56:45.323" v="88" actId="478"/>
          <ac:spMkLst>
            <pc:docMk/>
            <pc:sldMk cId="3285503349" sldId="265"/>
            <ac:spMk id="6" creationId="{0C2231E3-9529-67C1-4CEA-48C828D42BA3}"/>
          </ac:spMkLst>
        </pc:spChg>
      </pc:sldChg>
      <pc:sldChg chg="del">
        <pc:chgData name="shivam kumar sinha" userId="f6c8076908451f30" providerId="LiveId" clId="{7A73AF07-04EB-4083-A4A7-A61EB6FB4D8C}" dt="2025-11-09T10:49:25.640" v="13" actId="47"/>
        <pc:sldMkLst>
          <pc:docMk/>
          <pc:sldMk cId="1173898788" sldId="266"/>
        </pc:sldMkLst>
      </pc:sldChg>
      <pc:sldChg chg="del">
        <pc:chgData name="shivam kumar sinha" userId="f6c8076908451f30" providerId="LiveId" clId="{7A73AF07-04EB-4083-A4A7-A61EB6FB4D8C}" dt="2025-11-09T10:56:37.051" v="84" actId="47"/>
        <pc:sldMkLst>
          <pc:docMk/>
          <pc:sldMk cId="912629162" sldId="267"/>
        </pc:sldMkLst>
      </pc:sldChg>
      <pc:sldChg chg="del">
        <pc:chgData name="shivam kumar sinha" userId="f6c8076908451f30" providerId="LiveId" clId="{7A73AF07-04EB-4083-A4A7-A61EB6FB4D8C}" dt="2025-11-09T10:56:38.539" v="86" actId="47"/>
        <pc:sldMkLst>
          <pc:docMk/>
          <pc:sldMk cId="368434071" sldId="268"/>
        </pc:sldMkLst>
      </pc:sldChg>
      <pc:sldChg chg="del">
        <pc:chgData name="shivam kumar sinha" userId="f6c8076908451f30" providerId="LiveId" clId="{7A73AF07-04EB-4083-A4A7-A61EB6FB4D8C}" dt="2025-11-09T10:56:36.183" v="83" actId="47"/>
        <pc:sldMkLst>
          <pc:docMk/>
          <pc:sldMk cId="270434036" sldId="269"/>
        </pc:sldMkLst>
      </pc:sldChg>
      <pc:sldChg chg="del">
        <pc:chgData name="shivam kumar sinha" userId="f6c8076908451f30" providerId="LiveId" clId="{7A73AF07-04EB-4083-A4A7-A61EB6FB4D8C}" dt="2025-11-09T10:56:33.592" v="79" actId="47"/>
        <pc:sldMkLst>
          <pc:docMk/>
          <pc:sldMk cId="2550141634" sldId="271"/>
        </pc:sldMkLst>
      </pc:sldChg>
      <pc:sldChg chg="del">
        <pc:chgData name="shivam kumar sinha" userId="f6c8076908451f30" providerId="LiveId" clId="{7A73AF07-04EB-4083-A4A7-A61EB6FB4D8C}" dt="2025-11-09T10:56:34.221" v="80" actId="47"/>
        <pc:sldMkLst>
          <pc:docMk/>
          <pc:sldMk cId="811616616" sldId="272"/>
        </pc:sldMkLst>
      </pc:sldChg>
      <pc:sldChg chg="del">
        <pc:chgData name="shivam kumar sinha" userId="f6c8076908451f30" providerId="LiveId" clId="{7A73AF07-04EB-4083-A4A7-A61EB6FB4D8C}" dt="2025-11-09T10:56:35.612" v="82" actId="47"/>
        <pc:sldMkLst>
          <pc:docMk/>
          <pc:sldMk cId="93348215" sldId="273"/>
        </pc:sldMkLst>
      </pc:sldChg>
      <pc:sldChg chg="del">
        <pc:chgData name="shivam kumar sinha" userId="f6c8076908451f30" providerId="LiveId" clId="{7A73AF07-04EB-4083-A4A7-A61EB6FB4D8C}" dt="2025-11-09T10:56:34.768" v="81" actId="47"/>
        <pc:sldMkLst>
          <pc:docMk/>
          <pc:sldMk cId="4243517795" sldId="274"/>
        </pc:sldMkLst>
      </pc:sldChg>
      <pc:sldChg chg="del">
        <pc:chgData name="shivam kumar sinha" userId="f6c8076908451f30" providerId="LiveId" clId="{7A73AF07-04EB-4083-A4A7-A61EB6FB4D8C}" dt="2025-11-09T10:56:33.165" v="78" actId="47"/>
        <pc:sldMkLst>
          <pc:docMk/>
          <pc:sldMk cId="1753598283" sldId="275"/>
        </pc:sldMkLst>
      </pc:sldChg>
      <pc:sldChg chg="del">
        <pc:chgData name="shivam kumar sinha" userId="f6c8076908451f30" providerId="LiveId" clId="{7A73AF07-04EB-4083-A4A7-A61EB6FB4D8C}" dt="2025-11-09T10:56:32.818" v="77" actId="47"/>
        <pc:sldMkLst>
          <pc:docMk/>
          <pc:sldMk cId="1076997127" sldId="276"/>
        </pc:sldMkLst>
      </pc:sldChg>
      <pc:sldChg chg="del">
        <pc:chgData name="shivam kumar sinha" userId="f6c8076908451f30" providerId="LiveId" clId="{7A73AF07-04EB-4083-A4A7-A61EB6FB4D8C}" dt="2025-11-09T10:56:18.582" v="74" actId="47"/>
        <pc:sldMkLst>
          <pc:docMk/>
          <pc:sldMk cId="2839308473" sldId="278"/>
        </pc:sldMkLst>
      </pc:sldChg>
      <pc:sldChg chg="del">
        <pc:chgData name="shivam kumar sinha" userId="f6c8076908451f30" providerId="LiveId" clId="{7A73AF07-04EB-4083-A4A7-A61EB6FB4D8C}" dt="2025-11-09T10:49:26.577" v="14" actId="47"/>
        <pc:sldMkLst>
          <pc:docMk/>
          <pc:sldMk cId="2800498482" sldId="279"/>
        </pc:sldMkLst>
      </pc:sldChg>
      <pc:sldChg chg="addSp delSp modSp add mod modClrScheme chgLayout">
        <pc:chgData name="shivam kumar sinha" userId="f6c8076908451f30" providerId="LiveId" clId="{7A73AF07-04EB-4083-A4A7-A61EB6FB4D8C}" dt="2025-11-09T10:57:17.947" v="89" actId="26606"/>
        <pc:sldMkLst>
          <pc:docMk/>
          <pc:sldMk cId="2887164580" sldId="280"/>
        </pc:sldMkLst>
        <pc:spChg chg="del mod">
          <ac:chgData name="shivam kumar sinha" userId="f6c8076908451f30" providerId="LiveId" clId="{7A73AF07-04EB-4083-A4A7-A61EB6FB4D8C}" dt="2025-11-09T10:57:17.947" v="89" actId="26606"/>
          <ac:spMkLst>
            <pc:docMk/>
            <pc:sldMk cId="2887164580" sldId="280"/>
            <ac:spMk id="8" creationId="{0926B424-23BC-B614-D20E-E2F772E22C04}"/>
          </ac:spMkLst>
        </pc:spChg>
        <pc:spChg chg="mod">
          <ac:chgData name="shivam kumar sinha" userId="f6c8076908451f30" providerId="LiveId" clId="{7A73AF07-04EB-4083-A4A7-A61EB6FB4D8C}" dt="2025-11-09T10:57:17.947" v="89" actId="26606"/>
          <ac:spMkLst>
            <pc:docMk/>
            <pc:sldMk cId="2887164580" sldId="280"/>
            <ac:spMk id="14" creationId="{33F8E170-CF8F-EB3A-F182-410A330E5E90}"/>
          </ac:spMkLst>
        </pc:spChg>
        <pc:graphicFrameChg chg="add">
          <ac:chgData name="shivam kumar sinha" userId="f6c8076908451f30" providerId="LiveId" clId="{7A73AF07-04EB-4083-A4A7-A61EB6FB4D8C}" dt="2025-11-09T10:57:17.947" v="89" actId="26606"/>
          <ac:graphicFrameMkLst>
            <pc:docMk/>
            <pc:sldMk cId="2887164580" sldId="280"/>
            <ac:graphicFrameMk id="16" creationId="{9C972784-1042-DE2B-617A-D4DED0630F22}"/>
          </ac:graphicFrameMkLst>
        </pc:graphicFrameChg>
      </pc:sldChg>
      <pc:sldChg chg="addSp delSp modSp add mod modClrScheme chgLayout">
        <pc:chgData name="shivam kumar sinha" userId="f6c8076908451f30" providerId="LiveId" clId="{7A73AF07-04EB-4083-A4A7-A61EB6FB4D8C}" dt="2025-11-09T10:57:22.463" v="90" actId="26606"/>
        <pc:sldMkLst>
          <pc:docMk/>
          <pc:sldMk cId="2452528354" sldId="281"/>
        </pc:sldMkLst>
        <pc:spChg chg="del mod">
          <ac:chgData name="shivam kumar sinha" userId="f6c8076908451f30" providerId="LiveId" clId="{7A73AF07-04EB-4083-A4A7-A61EB6FB4D8C}" dt="2025-11-09T10:57:22.463" v="90" actId="26606"/>
          <ac:spMkLst>
            <pc:docMk/>
            <pc:sldMk cId="2452528354" sldId="281"/>
            <ac:spMk id="8" creationId="{80900441-0413-EB70-7C3E-518D8DE71DE2}"/>
          </ac:spMkLst>
        </pc:spChg>
        <pc:spChg chg="mod">
          <ac:chgData name="shivam kumar sinha" userId="f6c8076908451f30" providerId="LiveId" clId="{7A73AF07-04EB-4083-A4A7-A61EB6FB4D8C}" dt="2025-11-09T10:57:22.463" v="90" actId="26606"/>
          <ac:spMkLst>
            <pc:docMk/>
            <pc:sldMk cId="2452528354" sldId="281"/>
            <ac:spMk id="14" creationId="{99551171-F3CD-F2A7-B85A-E36CD96A0CD5}"/>
          </ac:spMkLst>
        </pc:spChg>
        <pc:graphicFrameChg chg="add">
          <ac:chgData name="shivam kumar sinha" userId="f6c8076908451f30" providerId="LiveId" clId="{7A73AF07-04EB-4083-A4A7-A61EB6FB4D8C}" dt="2025-11-09T10:57:22.463" v="90" actId="26606"/>
          <ac:graphicFrameMkLst>
            <pc:docMk/>
            <pc:sldMk cId="2452528354" sldId="281"/>
            <ac:graphicFrameMk id="16" creationId="{07A74180-EA27-4883-1F44-3CE2ED28B157}"/>
          </ac:graphicFrameMkLst>
        </pc:graphicFrameChg>
      </pc:sldChg>
      <pc:sldChg chg="addSp delSp modSp add mod replId modClrScheme chgLayout">
        <pc:chgData name="shivam kumar sinha" userId="f6c8076908451f30" providerId="LiveId" clId="{7A73AF07-04EB-4083-A4A7-A61EB6FB4D8C}" dt="2025-11-09T10:57:34.787" v="91" actId="26606"/>
        <pc:sldMkLst>
          <pc:docMk/>
          <pc:sldMk cId="344248349" sldId="282"/>
        </pc:sldMkLst>
        <pc:spChg chg="del mod">
          <ac:chgData name="shivam kumar sinha" userId="f6c8076908451f30" providerId="LiveId" clId="{7A73AF07-04EB-4083-A4A7-A61EB6FB4D8C}" dt="2025-11-09T10:57:34.787" v="91" actId="26606"/>
          <ac:spMkLst>
            <pc:docMk/>
            <pc:sldMk cId="344248349" sldId="282"/>
            <ac:spMk id="8" creationId="{FE5EE28F-6F98-21C8-F142-B0DE14CE8560}"/>
          </ac:spMkLst>
        </pc:spChg>
        <pc:spChg chg="mod">
          <ac:chgData name="shivam kumar sinha" userId="f6c8076908451f30" providerId="LiveId" clId="{7A73AF07-04EB-4083-A4A7-A61EB6FB4D8C}" dt="2025-11-09T10:57:34.787" v="91" actId="26606"/>
          <ac:spMkLst>
            <pc:docMk/>
            <pc:sldMk cId="344248349" sldId="282"/>
            <ac:spMk id="14" creationId="{6A6C0DBD-1602-DA35-3BB1-7714318BE57B}"/>
          </ac:spMkLst>
        </pc:spChg>
        <pc:graphicFrameChg chg="add">
          <ac:chgData name="shivam kumar sinha" userId="f6c8076908451f30" providerId="LiveId" clId="{7A73AF07-04EB-4083-A4A7-A61EB6FB4D8C}" dt="2025-11-09T10:57:34.787" v="91" actId="26606"/>
          <ac:graphicFrameMkLst>
            <pc:docMk/>
            <pc:sldMk cId="344248349" sldId="282"/>
            <ac:graphicFrameMk id="16" creationId="{4A071159-7D65-1605-D7EB-FD774844EB20}"/>
          </ac:graphicFrameMkLst>
        </pc:graphicFrameChg>
      </pc:sldChg>
      <pc:sldChg chg="addSp delSp modSp add mod modClrScheme chgLayout">
        <pc:chgData name="shivam kumar sinha" userId="f6c8076908451f30" providerId="LiveId" clId="{7A73AF07-04EB-4083-A4A7-A61EB6FB4D8C}" dt="2025-11-09T10:57:38.114" v="92" actId="26606"/>
        <pc:sldMkLst>
          <pc:docMk/>
          <pc:sldMk cId="288360413" sldId="283"/>
        </pc:sldMkLst>
        <pc:spChg chg="del mod">
          <ac:chgData name="shivam kumar sinha" userId="f6c8076908451f30" providerId="LiveId" clId="{7A73AF07-04EB-4083-A4A7-A61EB6FB4D8C}" dt="2025-11-09T10:57:38.114" v="92" actId="26606"/>
          <ac:spMkLst>
            <pc:docMk/>
            <pc:sldMk cId="288360413" sldId="283"/>
            <ac:spMk id="8" creationId="{BB8FC038-1131-6D93-AA40-BAF23A72048D}"/>
          </ac:spMkLst>
        </pc:spChg>
        <pc:spChg chg="mod">
          <ac:chgData name="shivam kumar sinha" userId="f6c8076908451f30" providerId="LiveId" clId="{7A73AF07-04EB-4083-A4A7-A61EB6FB4D8C}" dt="2025-11-09T10:57:38.114" v="92" actId="26606"/>
          <ac:spMkLst>
            <pc:docMk/>
            <pc:sldMk cId="288360413" sldId="283"/>
            <ac:spMk id="14" creationId="{6EE3268C-31D0-81DE-18D1-42A3FEBC0AB0}"/>
          </ac:spMkLst>
        </pc:spChg>
        <pc:graphicFrameChg chg="add">
          <ac:chgData name="shivam kumar sinha" userId="f6c8076908451f30" providerId="LiveId" clId="{7A73AF07-04EB-4083-A4A7-A61EB6FB4D8C}" dt="2025-11-09T10:57:38.114" v="92" actId="26606"/>
          <ac:graphicFrameMkLst>
            <pc:docMk/>
            <pc:sldMk cId="288360413" sldId="283"/>
            <ac:graphicFrameMk id="16" creationId="{40D5AF18-95B3-F8C3-C09D-E31F807A628B}"/>
          </ac:graphicFrameMkLst>
        </pc:graphicFrameChg>
      </pc:sldChg>
      <pc:sldChg chg="addSp delSp modSp add mod replId modClrScheme chgLayout">
        <pc:chgData name="shivam kumar sinha" userId="f6c8076908451f30" providerId="LiveId" clId="{7A73AF07-04EB-4083-A4A7-A61EB6FB4D8C}" dt="2025-11-09T10:57:42.557" v="93" actId="26606"/>
        <pc:sldMkLst>
          <pc:docMk/>
          <pc:sldMk cId="2861759359" sldId="284"/>
        </pc:sldMkLst>
        <pc:spChg chg="del mod">
          <ac:chgData name="shivam kumar sinha" userId="f6c8076908451f30" providerId="LiveId" clId="{7A73AF07-04EB-4083-A4A7-A61EB6FB4D8C}" dt="2025-11-09T10:57:42.557" v="93" actId="26606"/>
          <ac:spMkLst>
            <pc:docMk/>
            <pc:sldMk cId="2861759359" sldId="284"/>
            <ac:spMk id="8" creationId="{D3D1D1FC-B291-FAFA-CD52-2CA4DE5E779D}"/>
          </ac:spMkLst>
        </pc:spChg>
        <pc:spChg chg="mod">
          <ac:chgData name="shivam kumar sinha" userId="f6c8076908451f30" providerId="LiveId" clId="{7A73AF07-04EB-4083-A4A7-A61EB6FB4D8C}" dt="2025-11-09T10:57:42.557" v="93" actId="26606"/>
          <ac:spMkLst>
            <pc:docMk/>
            <pc:sldMk cId="2861759359" sldId="284"/>
            <ac:spMk id="14" creationId="{4A514722-CF66-9D83-0574-BE3430AB34B5}"/>
          </ac:spMkLst>
        </pc:spChg>
        <pc:graphicFrameChg chg="add">
          <ac:chgData name="shivam kumar sinha" userId="f6c8076908451f30" providerId="LiveId" clId="{7A73AF07-04EB-4083-A4A7-A61EB6FB4D8C}" dt="2025-11-09T10:57:42.557" v="93" actId="26606"/>
          <ac:graphicFrameMkLst>
            <pc:docMk/>
            <pc:sldMk cId="2861759359" sldId="284"/>
            <ac:graphicFrameMk id="16" creationId="{4AEDAE13-28C4-2C2E-1549-265150D5C20D}"/>
          </ac:graphicFrameMkLst>
        </pc:graphicFrameChg>
      </pc:sldChg>
      <pc:sldChg chg="addSp delSp modSp add mod modClrScheme chgLayout">
        <pc:chgData name="shivam kumar sinha" userId="f6c8076908451f30" providerId="LiveId" clId="{7A73AF07-04EB-4083-A4A7-A61EB6FB4D8C}" dt="2025-11-09T10:58:06.779" v="99" actId="26606"/>
        <pc:sldMkLst>
          <pc:docMk/>
          <pc:sldMk cId="1880500086" sldId="285"/>
        </pc:sldMkLst>
        <pc:spChg chg="add del mod">
          <ac:chgData name="shivam kumar sinha" userId="f6c8076908451f30" providerId="LiveId" clId="{7A73AF07-04EB-4083-A4A7-A61EB6FB4D8C}" dt="2025-11-09T10:57:56.155" v="96" actId="26606"/>
          <ac:spMkLst>
            <pc:docMk/>
            <pc:sldMk cId="1880500086" sldId="285"/>
            <ac:spMk id="8" creationId="{A59A882B-13B7-3590-90F3-88AF29A35913}"/>
          </ac:spMkLst>
        </pc:spChg>
        <pc:spChg chg="mod">
          <ac:chgData name="shivam kumar sinha" userId="f6c8076908451f30" providerId="LiveId" clId="{7A73AF07-04EB-4083-A4A7-A61EB6FB4D8C}" dt="2025-11-09T10:58:00.673" v="98" actId="26606"/>
          <ac:spMkLst>
            <pc:docMk/>
            <pc:sldMk cId="1880500086" sldId="285"/>
            <ac:spMk id="14" creationId="{0CAE6695-6E64-023B-EA18-74FBDED487C5}"/>
          </ac:spMkLst>
        </pc:spChg>
        <pc:spChg chg="add del mod">
          <ac:chgData name="shivam kumar sinha" userId="f6c8076908451f30" providerId="LiveId" clId="{7A73AF07-04EB-4083-A4A7-A61EB6FB4D8C}" dt="2025-11-09T10:57:59.050" v="97" actId="478"/>
          <ac:spMkLst>
            <pc:docMk/>
            <pc:sldMk cId="1880500086" sldId="285"/>
            <ac:spMk id="20" creationId="{6098250C-A75D-B012-E5C1-AD5EA14FFCE2}"/>
          </ac:spMkLst>
        </pc:spChg>
        <pc:graphicFrameChg chg="add del">
          <ac:chgData name="shivam kumar sinha" userId="f6c8076908451f30" providerId="LiveId" clId="{7A73AF07-04EB-4083-A4A7-A61EB6FB4D8C}" dt="2025-11-09T10:57:56.140" v="95" actId="26606"/>
          <ac:graphicFrameMkLst>
            <pc:docMk/>
            <pc:sldMk cId="1880500086" sldId="285"/>
            <ac:graphicFrameMk id="16" creationId="{6B1099A9-4EC4-8E50-0932-02FC400BDD6F}"/>
          </ac:graphicFrameMkLst>
        </pc:graphicFrameChg>
        <pc:graphicFrameChg chg="add mod modGraphic">
          <ac:chgData name="shivam kumar sinha" userId="f6c8076908451f30" providerId="LiveId" clId="{7A73AF07-04EB-4083-A4A7-A61EB6FB4D8C}" dt="2025-11-09T10:58:06.779" v="99" actId="26606"/>
          <ac:graphicFrameMkLst>
            <pc:docMk/>
            <pc:sldMk cId="1880500086" sldId="285"/>
            <ac:graphicFrameMk id="18" creationId="{FB64101E-9036-FA66-8254-D4B127471E4A}"/>
          </ac:graphicFrameMkLst>
        </pc:graphicFrameChg>
      </pc:sldChg>
      <pc:sldChg chg="addSp delSp modSp add mod replId modClrScheme chgLayout">
        <pc:chgData name="shivam kumar sinha" userId="f6c8076908451f30" providerId="LiveId" clId="{7A73AF07-04EB-4083-A4A7-A61EB6FB4D8C}" dt="2025-11-09T10:58:29.304" v="100" actId="26606"/>
        <pc:sldMkLst>
          <pc:docMk/>
          <pc:sldMk cId="3000576908" sldId="286"/>
        </pc:sldMkLst>
        <pc:spChg chg="del mod">
          <ac:chgData name="shivam kumar sinha" userId="f6c8076908451f30" providerId="LiveId" clId="{7A73AF07-04EB-4083-A4A7-A61EB6FB4D8C}" dt="2025-11-09T10:58:29.304" v="100" actId="26606"/>
          <ac:spMkLst>
            <pc:docMk/>
            <pc:sldMk cId="3000576908" sldId="286"/>
            <ac:spMk id="8" creationId="{F0CE1836-2504-1B3D-67AA-2D4BDF1B823C}"/>
          </ac:spMkLst>
        </pc:spChg>
        <pc:spChg chg="mod">
          <ac:chgData name="shivam kumar sinha" userId="f6c8076908451f30" providerId="LiveId" clId="{7A73AF07-04EB-4083-A4A7-A61EB6FB4D8C}" dt="2025-11-09T10:58:29.304" v="100" actId="26606"/>
          <ac:spMkLst>
            <pc:docMk/>
            <pc:sldMk cId="3000576908" sldId="286"/>
            <ac:spMk id="14" creationId="{55C1E00F-DB2B-DFB4-6A50-DF7414CFD1B2}"/>
          </ac:spMkLst>
        </pc:spChg>
        <pc:graphicFrameChg chg="add">
          <ac:chgData name="shivam kumar sinha" userId="f6c8076908451f30" providerId="LiveId" clId="{7A73AF07-04EB-4083-A4A7-A61EB6FB4D8C}" dt="2025-11-09T10:58:29.304" v="100" actId="26606"/>
          <ac:graphicFrameMkLst>
            <pc:docMk/>
            <pc:sldMk cId="3000576908" sldId="286"/>
            <ac:graphicFrameMk id="16" creationId="{01D31E82-3EEE-A72D-3C49-E30049D158DF}"/>
          </ac:graphicFrameMkLst>
        </pc:graphicFrameChg>
      </pc:sldChg>
      <pc:sldChg chg="modSp add mod modClrScheme chgLayout">
        <pc:chgData name="shivam kumar sinha" userId="f6c8076908451f30" providerId="LiveId" clId="{7A73AF07-04EB-4083-A4A7-A61EB6FB4D8C}" dt="2025-11-09T10:58:33.112" v="101" actId="26606"/>
        <pc:sldMkLst>
          <pc:docMk/>
          <pc:sldMk cId="140217942" sldId="287"/>
        </pc:sldMkLst>
        <pc:spChg chg="mod ord">
          <ac:chgData name="shivam kumar sinha" userId="f6c8076908451f30" providerId="LiveId" clId="{7A73AF07-04EB-4083-A4A7-A61EB6FB4D8C}" dt="2025-11-09T10:58:33.112" v="101" actId="26606"/>
          <ac:spMkLst>
            <pc:docMk/>
            <pc:sldMk cId="140217942" sldId="287"/>
            <ac:spMk id="8" creationId="{88155686-ADFF-9D11-E792-528D7AECA8BE}"/>
          </ac:spMkLst>
        </pc:spChg>
        <pc:spChg chg="mod">
          <ac:chgData name="shivam kumar sinha" userId="f6c8076908451f30" providerId="LiveId" clId="{7A73AF07-04EB-4083-A4A7-A61EB6FB4D8C}" dt="2025-11-09T10:58:33.112" v="101" actId="26606"/>
          <ac:spMkLst>
            <pc:docMk/>
            <pc:sldMk cId="140217942" sldId="287"/>
            <ac:spMk id="14" creationId="{8A0B81B7-BD88-6950-599B-CBE80191A109}"/>
          </ac:spMkLst>
        </pc:spChg>
      </pc:sldChg>
      <pc:sldChg chg="addSp delSp modSp add mod replId modClrScheme chgLayout">
        <pc:chgData name="shivam kumar sinha" userId="f6c8076908451f30" providerId="LiveId" clId="{7A73AF07-04EB-4083-A4A7-A61EB6FB4D8C}" dt="2025-11-09T10:58:37.445" v="102" actId="26606"/>
        <pc:sldMkLst>
          <pc:docMk/>
          <pc:sldMk cId="1695609150" sldId="288"/>
        </pc:sldMkLst>
        <pc:spChg chg="del mod">
          <ac:chgData name="shivam kumar sinha" userId="f6c8076908451f30" providerId="LiveId" clId="{7A73AF07-04EB-4083-A4A7-A61EB6FB4D8C}" dt="2025-11-09T10:58:37.445" v="102" actId="26606"/>
          <ac:spMkLst>
            <pc:docMk/>
            <pc:sldMk cId="1695609150" sldId="288"/>
            <ac:spMk id="8" creationId="{EF9637B4-DEAB-1B17-148E-5713203DECFE}"/>
          </ac:spMkLst>
        </pc:spChg>
        <pc:spChg chg="mod">
          <ac:chgData name="shivam kumar sinha" userId="f6c8076908451f30" providerId="LiveId" clId="{7A73AF07-04EB-4083-A4A7-A61EB6FB4D8C}" dt="2025-11-09T10:58:37.445" v="102" actId="26606"/>
          <ac:spMkLst>
            <pc:docMk/>
            <pc:sldMk cId="1695609150" sldId="288"/>
            <ac:spMk id="14" creationId="{C93412F6-E846-4B3E-CAC7-AA6566BA9F56}"/>
          </ac:spMkLst>
        </pc:spChg>
        <pc:graphicFrameChg chg="add">
          <ac:chgData name="shivam kumar sinha" userId="f6c8076908451f30" providerId="LiveId" clId="{7A73AF07-04EB-4083-A4A7-A61EB6FB4D8C}" dt="2025-11-09T10:58:37.445" v="102" actId="26606"/>
          <ac:graphicFrameMkLst>
            <pc:docMk/>
            <pc:sldMk cId="1695609150" sldId="288"/>
            <ac:graphicFrameMk id="16" creationId="{44EF512B-490B-946F-30F4-0E558A8799C0}"/>
          </ac:graphicFrameMkLst>
        </pc:graphicFrameChg>
      </pc:sldChg>
      <pc:sldChg chg="addSp delSp modSp add mod modClrScheme chgLayout">
        <pc:chgData name="shivam kumar sinha" userId="f6c8076908451f30" providerId="LiveId" clId="{7A73AF07-04EB-4083-A4A7-A61EB6FB4D8C}" dt="2025-11-09T11:01:27.028" v="103" actId="26606"/>
        <pc:sldMkLst>
          <pc:docMk/>
          <pc:sldMk cId="2996401346" sldId="289"/>
        </pc:sldMkLst>
        <pc:spChg chg="del mod">
          <ac:chgData name="shivam kumar sinha" userId="f6c8076908451f30" providerId="LiveId" clId="{7A73AF07-04EB-4083-A4A7-A61EB6FB4D8C}" dt="2025-11-09T11:01:27.028" v="103" actId="26606"/>
          <ac:spMkLst>
            <pc:docMk/>
            <pc:sldMk cId="2996401346" sldId="289"/>
            <ac:spMk id="8" creationId="{4FEA1C27-E9B8-840D-C51D-0EA0A35EFC45}"/>
          </ac:spMkLst>
        </pc:spChg>
        <pc:spChg chg="mod">
          <ac:chgData name="shivam kumar sinha" userId="f6c8076908451f30" providerId="LiveId" clId="{7A73AF07-04EB-4083-A4A7-A61EB6FB4D8C}" dt="2025-11-09T11:01:27.028" v="103" actId="26606"/>
          <ac:spMkLst>
            <pc:docMk/>
            <pc:sldMk cId="2996401346" sldId="289"/>
            <ac:spMk id="14" creationId="{4DB321B6-4E25-338F-D1C1-72310CA20A33}"/>
          </ac:spMkLst>
        </pc:spChg>
        <pc:graphicFrameChg chg="add">
          <ac:chgData name="shivam kumar sinha" userId="f6c8076908451f30" providerId="LiveId" clId="{7A73AF07-04EB-4083-A4A7-A61EB6FB4D8C}" dt="2025-11-09T11:01:27.028" v="103" actId="26606"/>
          <ac:graphicFrameMkLst>
            <pc:docMk/>
            <pc:sldMk cId="2996401346" sldId="289"/>
            <ac:graphicFrameMk id="16" creationId="{931A36DA-A7AC-0CED-F1B4-C037D82C0410}"/>
          </ac:graphicFrameMkLst>
        </pc:graphicFrameChg>
      </pc:sldChg>
      <pc:sldChg chg="add del">
        <pc:chgData name="shivam kumar sinha" userId="f6c8076908451f30" providerId="LiveId" clId="{7A73AF07-04EB-4083-A4A7-A61EB6FB4D8C}" dt="2025-11-09T10:49:37.647" v="18"/>
        <pc:sldMkLst>
          <pc:docMk/>
          <pc:sldMk cId="3396711690" sldId="289"/>
        </pc:sldMkLst>
      </pc:sldChg>
      <pc:sldChg chg="addSp delSp modSp add mod modClrScheme chgLayout">
        <pc:chgData name="shivam kumar sinha" userId="f6c8076908451f30" providerId="LiveId" clId="{7A73AF07-04EB-4083-A4A7-A61EB6FB4D8C}" dt="2025-11-09T11:01:32.105" v="104" actId="26606"/>
        <pc:sldMkLst>
          <pc:docMk/>
          <pc:sldMk cId="1631752956" sldId="290"/>
        </pc:sldMkLst>
        <pc:spChg chg="del mod">
          <ac:chgData name="shivam kumar sinha" userId="f6c8076908451f30" providerId="LiveId" clId="{7A73AF07-04EB-4083-A4A7-A61EB6FB4D8C}" dt="2025-11-09T11:01:32.105" v="104" actId="26606"/>
          <ac:spMkLst>
            <pc:docMk/>
            <pc:sldMk cId="1631752956" sldId="290"/>
            <ac:spMk id="8" creationId="{EE545CE4-666B-EABC-0031-2F0AE06B929D}"/>
          </ac:spMkLst>
        </pc:spChg>
        <pc:spChg chg="mod">
          <ac:chgData name="shivam kumar sinha" userId="f6c8076908451f30" providerId="LiveId" clId="{7A73AF07-04EB-4083-A4A7-A61EB6FB4D8C}" dt="2025-11-09T11:01:32.105" v="104" actId="26606"/>
          <ac:spMkLst>
            <pc:docMk/>
            <pc:sldMk cId="1631752956" sldId="290"/>
            <ac:spMk id="14" creationId="{FE035943-9126-EB6C-1B39-E5D62EC9869D}"/>
          </ac:spMkLst>
        </pc:spChg>
        <pc:graphicFrameChg chg="add">
          <ac:chgData name="shivam kumar sinha" userId="f6c8076908451f30" providerId="LiveId" clId="{7A73AF07-04EB-4083-A4A7-A61EB6FB4D8C}" dt="2025-11-09T11:01:32.105" v="104" actId="26606"/>
          <ac:graphicFrameMkLst>
            <pc:docMk/>
            <pc:sldMk cId="1631752956" sldId="290"/>
            <ac:graphicFrameMk id="16" creationId="{1A6359E0-640A-78B5-A382-7F5AFBA056D6}"/>
          </ac:graphicFrameMkLst>
        </pc:graphicFrameChg>
      </pc:sldChg>
      <pc:sldChg chg="add del">
        <pc:chgData name="shivam kumar sinha" userId="f6c8076908451f30" providerId="LiveId" clId="{7A73AF07-04EB-4083-A4A7-A61EB6FB4D8C}" dt="2025-11-09T10:49:37.647" v="18"/>
        <pc:sldMkLst>
          <pc:docMk/>
          <pc:sldMk cId="3402080685" sldId="290"/>
        </pc:sldMkLst>
      </pc:sldChg>
      <pc:sldChg chg="addSp delSp modSp add mod replId modClrScheme chgLayout">
        <pc:chgData name="shivam kumar sinha" userId="f6c8076908451f30" providerId="LiveId" clId="{7A73AF07-04EB-4083-A4A7-A61EB6FB4D8C}" dt="2025-11-09T11:01:36.112" v="105" actId="26606"/>
        <pc:sldMkLst>
          <pc:docMk/>
          <pc:sldMk cId="2567079376" sldId="291"/>
        </pc:sldMkLst>
        <pc:spChg chg="del mod">
          <ac:chgData name="shivam kumar sinha" userId="f6c8076908451f30" providerId="LiveId" clId="{7A73AF07-04EB-4083-A4A7-A61EB6FB4D8C}" dt="2025-11-09T11:01:36.112" v="105" actId="26606"/>
          <ac:spMkLst>
            <pc:docMk/>
            <pc:sldMk cId="2567079376" sldId="291"/>
            <ac:spMk id="8" creationId="{12637E69-54E8-51A4-D7FB-221D8B3DA7F5}"/>
          </ac:spMkLst>
        </pc:spChg>
        <pc:spChg chg="mod">
          <ac:chgData name="shivam kumar sinha" userId="f6c8076908451f30" providerId="LiveId" clId="{7A73AF07-04EB-4083-A4A7-A61EB6FB4D8C}" dt="2025-11-09T11:01:36.112" v="105" actId="26606"/>
          <ac:spMkLst>
            <pc:docMk/>
            <pc:sldMk cId="2567079376" sldId="291"/>
            <ac:spMk id="14" creationId="{0442B02C-D626-BB0C-F15F-670C9EB0B3EB}"/>
          </ac:spMkLst>
        </pc:spChg>
        <pc:graphicFrameChg chg="add">
          <ac:chgData name="shivam kumar sinha" userId="f6c8076908451f30" providerId="LiveId" clId="{7A73AF07-04EB-4083-A4A7-A61EB6FB4D8C}" dt="2025-11-09T11:01:36.112" v="105" actId="26606"/>
          <ac:graphicFrameMkLst>
            <pc:docMk/>
            <pc:sldMk cId="2567079376" sldId="291"/>
            <ac:graphicFrameMk id="16" creationId="{CD5BB087-2576-BCF9-D2A9-8D59FEF7B760}"/>
          </ac:graphicFrameMkLst>
        </pc:graphicFrameChg>
      </pc:sldChg>
      <pc:sldChg chg="addSp delSp modSp add mod modClrScheme chgLayout">
        <pc:chgData name="shivam kumar sinha" userId="f6c8076908451f30" providerId="LiveId" clId="{7A73AF07-04EB-4083-A4A7-A61EB6FB4D8C}" dt="2025-11-09T11:01:50.744" v="111" actId="26606"/>
        <pc:sldMkLst>
          <pc:docMk/>
          <pc:sldMk cId="567918232" sldId="292"/>
        </pc:sldMkLst>
        <pc:spChg chg="add del mod">
          <ac:chgData name="shivam kumar sinha" userId="f6c8076908451f30" providerId="LiveId" clId="{7A73AF07-04EB-4083-A4A7-A61EB6FB4D8C}" dt="2025-11-09T11:01:45.773" v="110" actId="26606"/>
          <ac:spMkLst>
            <pc:docMk/>
            <pc:sldMk cId="567918232" sldId="292"/>
            <ac:spMk id="8" creationId="{01C24952-64C5-D1C2-A8E6-ADCBA9713553}"/>
          </ac:spMkLst>
        </pc:spChg>
        <pc:spChg chg="mod">
          <ac:chgData name="shivam kumar sinha" userId="f6c8076908451f30" providerId="LiveId" clId="{7A73AF07-04EB-4083-A4A7-A61EB6FB4D8C}" dt="2025-11-09T11:01:50.744" v="111" actId="26606"/>
          <ac:spMkLst>
            <pc:docMk/>
            <pc:sldMk cId="567918232" sldId="292"/>
            <ac:spMk id="14" creationId="{CB4C752C-1FFE-8629-7638-CFC757411047}"/>
          </ac:spMkLst>
        </pc:spChg>
        <pc:spChg chg="add del mod">
          <ac:chgData name="shivam kumar sinha" userId="f6c8076908451f30" providerId="LiveId" clId="{7A73AF07-04EB-4083-A4A7-A61EB6FB4D8C}" dt="2025-11-09T11:01:45.769" v="109" actId="26606"/>
          <ac:spMkLst>
            <pc:docMk/>
            <pc:sldMk cId="567918232" sldId="292"/>
            <ac:spMk id="20" creationId="{29D95161-82AF-C527-602D-3F4C011D932A}"/>
          </ac:spMkLst>
        </pc:spChg>
        <pc:spChg chg="add del mod">
          <ac:chgData name="shivam kumar sinha" userId="f6c8076908451f30" providerId="LiveId" clId="{7A73AF07-04EB-4083-A4A7-A61EB6FB4D8C}" dt="2025-11-09T11:01:50.744" v="111" actId="26606"/>
          <ac:spMkLst>
            <pc:docMk/>
            <pc:sldMk cId="567918232" sldId="292"/>
            <ac:spMk id="22" creationId="{01C24952-64C5-D1C2-A8E6-ADCBA9713553}"/>
          </ac:spMkLst>
        </pc:spChg>
        <pc:graphicFrameChg chg="add del">
          <ac:chgData name="shivam kumar sinha" userId="f6c8076908451f30" providerId="LiveId" clId="{7A73AF07-04EB-4083-A4A7-A61EB6FB4D8C}" dt="2025-11-09T11:01:45.320" v="107" actId="26606"/>
          <ac:graphicFrameMkLst>
            <pc:docMk/>
            <pc:sldMk cId="567918232" sldId="292"/>
            <ac:graphicFrameMk id="16" creationId="{667EFF1F-5AD1-CF64-AA90-7CB817F50D12}"/>
          </ac:graphicFrameMkLst>
        </pc:graphicFrameChg>
        <pc:graphicFrameChg chg="add del">
          <ac:chgData name="shivam kumar sinha" userId="f6c8076908451f30" providerId="LiveId" clId="{7A73AF07-04EB-4083-A4A7-A61EB6FB4D8C}" dt="2025-11-09T11:01:45.769" v="109" actId="26606"/>
          <ac:graphicFrameMkLst>
            <pc:docMk/>
            <pc:sldMk cId="567918232" sldId="292"/>
            <ac:graphicFrameMk id="18" creationId="{5269E47D-325D-C967-649D-76D3B497E5B8}"/>
          </ac:graphicFrameMkLst>
        </pc:graphicFrameChg>
        <pc:graphicFrameChg chg="add">
          <ac:chgData name="shivam kumar sinha" userId="f6c8076908451f30" providerId="LiveId" clId="{7A73AF07-04EB-4083-A4A7-A61EB6FB4D8C}" dt="2025-11-09T11:01:50.744" v="111" actId="26606"/>
          <ac:graphicFrameMkLst>
            <pc:docMk/>
            <pc:sldMk cId="567918232" sldId="292"/>
            <ac:graphicFrameMk id="24" creationId="{BC08C397-AAA8-BEAF-51DC-C3ED222C2FA3}"/>
          </ac:graphicFrameMkLst>
        </pc:graphicFrameChg>
      </pc:sldChg>
      <pc:sldChg chg="add del replId">
        <pc:chgData name="shivam kumar sinha" userId="f6c8076908451f30" providerId="LiveId" clId="{7A73AF07-04EB-4083-A4A7-A61EB6FB4D8C}" dt="2025-11-09T10:56:31.245" v="76" actId="47"/>
        <pc:sldMkLst>
          <pc:docMk/>
          <pc:sldMk cId="2016504842" sldId="29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1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7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50.png"/><Relationship Id="rId7" Type="http://schemas.openxmlformats.org/officeDocument/2006/relationships/image" Target="../media/image26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53.svg"/><Relationship Id="rId4" Type="http://schemas.openxmlformats.org/officeDocument/2006/relationships/image" Target="../media/image51.svg"/><Relationship Id="rId9" Type="http://schemas.openxmlformats.org/officeDocument/2006/relationships/image" Target="../media/image52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8.png"/><Relationship Id="rId7" Type="http://schemas.openxmlformats.org/officeDocument/2006/relationships/image" Target="../media/image30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7.svg"/><Relationship Id="rId4" Type="http://schemas.openxmlformats.org/officeDocument/2006/relationships/image" Target="../media/image39.svg"/><Relationship Id="rId9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1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7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50.png"/><Relationship Id="rId7" Type="http://schemas.openxmlformats.org/officeDocument/2006/relationships/image" Target="../media/image26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53.svg"/><Relationship Id="rId4" Type="http://schemas.openxmlformats.org/officeDocument/2006/relationships/image" Target="../media/image51.svg"/><Relationship Id="rId9" Type="http://schemas.openxmlformats.org/officeDocument/2006/relationships/image" Target="../media/image52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8.png"/><Relationship Id="rId7" Type="http://schemas.openxmlformats.org/officeDocument/2006/relationships/image" Target="../media/image30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7.svg"/><Relationship Id="rId4" Type="http://schemas.openxmlformats.org/officeDocument/2006/relationships/image" Target="../media/image39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E63DAD-986C-469B-A3B0-FE1D5EEDFF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7D76E6-BFC1-4694-926F-D0D0904DBAE9}">
      <dgm:prSet/>
      <dgm:spPr/>
      <dgm:t>
        <a:bodyPr/>
        <a:lstStyle/>
        <a:p>
          <a:r>
            <a:rPr lang="en-US"/>
            <a:t>Definition: Information Management System</a:t>
          </a:r>
        </a:p>
      </dgm:t>
    </dgm:pt>
    <dgm:pt modelId="{61AEEE36-7A3C-43FE-8386-758B89DCCB24}" type="parTrans" cxnId="{F10A301E-B4D1-476A-9EC1-957F183354B3}">
      <dgm:prSet/>
      <dgm:spPr/>
      <dgm:t>
        <a:bodyPr/>
        <a:lstStyle/>
        <a:p>
          <a:endParaRPr lang="en-US"/>
        </a:p>
      </dgm:t>
    </dgm:pt>
    <dgm:pt modelId="{B3E4F956-F607-40C5-B37F-1C135C333812}" type="sibTrans" cxnId="{F10A301E-B4D1-476A-9EC1-957F183354B3}">
      <dgm:prSet/>
      <dgm:spPr/>
      <dgm:t>
        <a:bodyPr/>
        <a:lstStyle/>
        <a:p>
          <a:endParaRPr lang="en-US"/>
        </a:p>
      </dgm:t>
    </dgm:pt>
    <dgm:pt modelId="{86A651C1-5011-47D1-BB81-F1146E75614F}">
      <dgm:prSet/>
      <dgm:spPr/>
      <dgm:t>
        <a:bodyPr/>
        <a:lstStyle/>
        <a:p>
          <a:r>
            <a:rPr lang="en-US"/>
            <a:t>Purpose: Organizes, stores, and manages enterprise data for efficient decision-making.</a:t>
          </a:r>
        </a:p>
      </dgm:t>
    </dgm:pt>
    <dgm:pt modelId="{87298733-E3CF-4AB4-BB81-66192E56506A}" type="parTrans" cxnId="{F298C8F6-31C9-4DCD-88AE-35F47B6E7B1B}">
      <dgm:prSet/>
      <dgm:spPr/>
      <dgm:t>
        <a:bodyPr/>
        <a:lstStyle/>
        <a:p>
          <a:endParaRPr lang="en-US"/>
        </a:p>
      </dgm:t>
    </dgm:pt>
    <dgm:pt modelId="{BF9A1021-97C0-4964-823A-49C58A1308E1}" type="sibTrans" cxnId="{F298C8F6-31C9-4DCD-88AE-35F47B6E7B1B}">
      <dgm:prSet/>
      <dgm:spPr/>
      <dgm:t>
        <a:bodyPr/>
        <a:lstStyle/>
        <a:p>
          <a:endParaRPr lang="en-US"/>
        </a:p>
      </dgm:t>
    </dgm:pt>
    <dgm:pt modelId="{AD45C3FB-CB65-42A7-ACCE-7CEEE54EC81C}">
      <dgm:prSet/>
      <dgm:spPr/>
      <dgm:t>
        <a:bodyPr/>
        <a:lstStyle/>
        <a:p>
          <a:r>
            <a:rPr lang="en-US"/>
            <a:t>Developed by IBM; used in banking, telecom, and manufacturing.</a:t>
          </a:r>
        </a:p>
      </dgm:t>
    </dgm:pt>
    <dgm:pt modelId="{C0EB864D-2CF9-47F5-9E16-CFD688EC1687}" type="parTrans" cxnId="{849E3317-8112-47C3-ADE4-04CDD4440D31}">
      <dgm:prSet/>
      <dgm:spPr/>
      <dgm:t>
        <a:bodyPr/>
        <a:lstStyle/>
        <a:p>
          <a:endParaRPr lang="en-US"/>
        </a:p>
      </dgm:t>
    </dgm:pt>
    <dgm:pt modelId="{8F1F0602-239B-45D6-A15E-1B974BBB0844}" type="sibTrans" cxnId="{849E3317-8112-47C3-ADE4-04CDD4440D31}">
      <dgm:prSet/>
      <dgm:spPr/>
      <dgm:t>
        <a:bodyPr/>
        <a:lstStyle/>
        <a:p>
          <a:endParaRPr lang="en-US"/>
        </a:p>
      </dgm:t>
    </dgm:pt>
    <dgm:pt modelId="{A5CC8748-7B2A-414F-A816-6ED28518C985}">
      <dgm:prSet/>
      <dgm:spPr/>
      <dgm:t>
        <a:bodyPr/>
        <a:lstStyle/>
        <a:p>
          <a:r>
            <a:rPr lang="en-US"/>
            <a:t>Handles both hierarchical and relational data efficiently.</a:t>
          </a:r>
        </a:p>
      </dgm:t>
    </dgm:pt>
    <dgm:pt modelId="{7407CF5A-6214-4AF4-AC52-AB2514F30D9D}" type="parTrans" cxnId="{028F660E-3744-4DAB-8DB6-ACB404B92EBD}">
      <dgm:prSet/>
      <dgm:spPr/>
      <dgm:t>
        <a:bodyPr/>
        <a:lstStyle/>
        <a:p>
          <a:endParaRPr lang="en-US"/>
        </a:p>
      </dgm:t>
    </dgm:pt>
    <dgm:pt modelId="{787088D5-C982-4900-8A19-6F324001A5AE}" type="sibTrans" cxnId="{028F660E-3744-4DAB-8DB6-ACB404B92EBD}">
      <dgm:prSet/>
      <dgm:spPr/>
      <dgm:t>
        <a:bodyPr/>
        <a:lstStyle/>
        <a:p>
          <a:endParaRPr lang="en-US"/>
        </a:p>
      </dgm:t>
    </dgm:pt>
    <dgm:pt modelId="{7BA55DD6-A0DA-49AA-8841-169CF2563A10}" type="pres">
      <dgm:prSet presAssocID="{ECE63DAD-986C-469B-A3B0-FE1D5EEDFF81}" presName="root" presStyleCnt="0">
        <dgm:presLayoutVars>
          <dgm:dir/>
          <dgm:resizeHandles val="exact"/>
        </dgm:presLayoutVars>
      </dgm:prSet>
      <dgm:spPr/>
    </dgm:pt>
    <dgm:pt modelId="{B72E679E-0A5B-46D5-B171-F185489D21CB}" type="pres">
      <dgm:prSet presAssocID="{C07D76E6-BFC1-4694-926F-D0D0904DBAE9}" presName="compNode" presStyleCnt="0"/>
      <dgm:spPr/>
    </dgm:pt>
    <dgm:pt modelId="{E66E8A1F-3E8E-4B17-A396-2D668A0E6421}" type="pres">
      <dgm:prSet presAssocID="{C07D76E6-BFC1-4694-926F-D0D0904DBAE9}" presName="bgRect" presStyleLbl="bgShp" presStyleIdx="0" presStyleCnt="4"/>
      <dgm:spPr/>
    </dgm:pt>
    <dgm:pt modelId="{A60B0FED-E664-4304-9769-437E281441C4}" type="pres">
      <dgm:prSet presAssocID="{C07D76E6-BFC1-4694-926F-D0D0904DBAE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9D1CD98-73D4-4015-B6CF-B0175B2F8D17}" type="pres">
      <dgm:prSet presAssocID="{C07D76E6-BFC1-4694-926F-D0D0904DBAE9}" presName="spaceRect" presStyleCnt="0"/>
      <dgm:spPr/>
    </dgm:pt>
    <dgm:pt modelId="{2463FC97-821C-42E8-AF05-4A9580FFA59C}" type="pres">
      <dgm:prSet presAssocID="{C07D76E6-BFC1-4694-926F-D0D0904DBAE9}" presName="parTx" presStyleLbl="revTx" presStyleIdx="0" presStyleCnt="4">
        <dgm:presLayoutVars>
          <dgm:chMax val="0"/>
          <dgm:chPref val="0"/>
        </dgm:presLayoutVars>
      </dgm:prSet>
      <dgm:spPr/>
    </dgm:pt>
    <dgm:pt modelId="{E36C0FE7-5836-48C0-B1D4-0ED6CF06774E}" type="pres">
      <dgm:prSet presAssocID="{B3E4F956-F607-40C5-B37F-1C135C333812}" presName="sibTrans" presStyleCnt="0"/>
      <dgm:spPr/>
    </dgm:pt>
    <dgm:pt modelId="{03EAE5C8-50CF-4AD8-B250-4022BD23E411}" type="pres">
      <dgm:prSet presAssocID="{86A651C1-5011-47D1-BB81-F1146E75614F}" presName="compNode" presStyleCnt="0"/>
      <dgm:spPr/>
    </dgm:pt>
    <dgm:pt modelId="{99D471D6-3891-4DF2-B9E3-E85577D26454}" type="pres">
      <dgm:prSet presAssocID="{86A651C1-5011-47D1-BB81-F1146E75614F}" presName="bgRect" presStyleLbl="bgShp" presStyleIdx="1" presStyleCnt="4"/>
      <dgm:spPr/>
    </dgm:pt>
    <dgm:pt modelId="{6127081D-D97C-4E37-9F11-34593C0130BC}" type="pres">
      <dgm:prSet presAssocID="{86A651C1-5011-47D1-BB81-F1146E7561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5445D9F-D87C-4F46-9492-379435A024D4}" type="pres">
      <dgm:prSet presAssocID="{86A651C1-5011-47D1-BB81-F1146E75614F}" presName="spaceRect" presStyleCnt="0"/>
      <dgm:spPr/>
    </dgm:pt>
    <dgm:pt modelId="{F4335F5A-AD01-4385-98CD-86A666A4FE4F}" type="pres">
      <dgm:prSet presAssocID="{86A651C1-5011-47D1-BB81-F1146E75614F}" presName="parTx" presStyleLbl="revTx" presStyleIdx="1" presStyleCnt="4">
        <dgm:presLayoutVars>
          <dgm:chMax val="0"/>
          <dgm:chPref val="0"/>
        </dgm:presLayoutVars>
      </dgm:prSet>
      <dgm:spPr/>
    </dgm:pt>
    <dgm:pt modelId="{54F2503D-BE7C-4B7D-9B67-5C0B0A61609C}" type="pres">
      <dgm:prSet presAssocID="{BF9A1021-97C0-4964-823A-49C58A1308E1}" presName="sibTrans" presStyleCnt="0"/>
      <dgm:spPr/>
    </dgm:pt>
    <dgm:pt modelId="{61CA2069-68E3-4764-87AC-5AE79E93D0B2}" type="pres">
      <dgm:prSet presAssocID="{AD45C3FB-CB65-42A7-ACCE-7CEEE54EC81C}" presName="compNode" presStyleCnt="0"/>
      <dgm:spPr/>
    </dgm:pt>
    <dgm:pt modelId="{E21BD97E-B2BB-4A75-ACA3-521A9E775A66}" type="pres">
      <dgm:prSet presAssocID="{AD45C3FB-CB65-42A7-ACCE-7CEEE54EC81C}" presName="bgRect" presStyleLbl="bgShp" presStyleIdx="2" presStyleCnt="4"/>
      <dgm:spPr/>
    </dgm:pt>
    <dgm:pt modelId="{23E83398-56D1-4AB4-8C68-C2946ED528AD}" type="pres">
      <dgm:prSet presAssocID="{AD45C3FB-CB65-42A7-ACCE-7CEEE54EC8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0E8C932-328F-487F-BEDE-02862BA798B7}" type="pres">
      <dgm:prSet presAssocID="{AD45C3FB-CB65-42A7-ACCE-7CEEE54EC81C}" presName="spaceRect" presStyleCnt="0"/>
      <dgm:spPr/>
    </dgm:pt>
    <dgm:pt modelId="{1D4A1AC9-B0D2-4C3B-BB6F-9D15F1FA3E77}" type="pres">
      <dgm:prSet presAssocID="{AD45C3FB-CB65-42A7-ACCE-7CEEE54EC81C}" presName="parTx" presStyleLbl="revTx" presStyleIdx="2" presStyleCnt="4">
        <dgm:presLayoutVars>
          <dgm:chMax val="0"/>
          <dgm:chPref val="0"/>
        </dgm:presLayoutVars>
      </dgm:prSet>
      <dgm:spPr/>
    </dgm:pt>
    <dgm:pt modelId="{151AE861-CE71-43D1-B062-0F6C5F4EFE3F}" type="pres">
      <dgm:prSet presAssocID="{8F1F0602-239B-45D6-A15E-1B974BBB0844}" presName="sibTrans" presStyleCnt="0"/>
      <dgm:spPr/>
    </dgm:pt>
    <dgm:pt modelId="{0E1F0EED-562A-4EC6-BDBF-C9236F9488AB}" type="pres">
      <dgm:prSet presAssocID="{A5CC8748-7B2A-414F-A816-6ED28518C985}" presName="compNode" presStyleCnt="0"/>
      <dgm:spPr/>
    </dgm:pt>
    <dgm:pt modelId="{007FB6D6-D665-493A-BEB5-6E2B2BAEF5E0}" type="pres">
      <dgm:prSet presAssocID="{A5CC8748-7B2A-414F-A816-6ED28518C985}" presName="bgRect" presStyleLbl="bgShp" presStyleIdx="3" presStyleCnt="4"/>
      <dgm:spPr/>
    </dgm:pt>
    <dgm:pt modelId="{755869F4-DE9A-420B-A584-3718ACE8B9C3}" type="pres">
      <dgm:prSet presAssocID="{A5CC8748-7B2A-414F-A816-6ED28518C9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10D5A2-5C5A-4C9C-9E43-376AC5743CA7}" type="pres">
      <dgm:prSet presAssocID="{A5CC8748-7B2A-414F-A816-6ED28518C985}" presName="spaceRect" presStyleCnt="0"/>
      <dgm:spPr/>
    </dgm:pt>
    <dgm:pt modelId="{205D552A-668A-4627-9FA0-E2761A003DA0}" type="pres">
      <dgm:prSet presAssocID="{A5CC8748-7B2A-414F-A816-6ED28518C98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28F660E-3744-4DAB-8DB6-ACB404B92EBD}" srcId="{ECE63DAD-986C-469B-A3B0-FE1D5EEDFF81}" destId="{A5CC8748-7B2A-414F-A816-6ED28518C985}" srcOrd="3" destOrd="0" parTransId="{7407CF5A-6214-4AF4-AC52-AB2514F30D9D}" sibTransId="{787088D5-C982-4900-8A19-6F324001A5AE}"/>
    <dgm:cxn modelId="{849E3317-8112-47C3-ADE4-04CDD4440D31}" srcId="{ECE63DAD-986C-469B-A3B0-FE1D5EEDFF81}" destId="{AD45C3FB-CB65-42A7-ACCE-7CEEE54EC81C}" srcOrd="2" destOrd="0" parTransId="{C0EB864D-2CF9-47F5-9E16-CFD688EC1687}" sibTransId="{8F1F0602-239B-45D6-A15E-1B974BBB0844}"/>
    <dgm:cxn modelId="{F10A301E-B4D1-476A-9EC1-957F183354B3}" srcId="{ECE63DAD-986C-469B-A3B0-FE1D5EEDFF81}" destId="{C07D76E6-BFC1-4694-926F-D0D0904DBAE9}" srcOrd="0" destOrd="0" parTransId="{61AEEE36-7A3C-43FE-8386-758B89DCCB24}" sibTransId="{B3E4F956-F607-40C5-B37F-1C135C333812}"/>
    <dgm:cxn modelId="{3084791E-BAA8-4FD9-B41A-85B498BB345A}" type="presOf" srcId="{ECE63DAD-986C-469B-A3B0-FE1D5EEDFF81}" destId="{7BA55DD6-A0DA-49AA-8841-169CF2563A10}" srcOrd="0" destOrd="0" presId="urn:microsoft.com/office/officeart/2018/2/layout/IconVerticalSolidList"/>
    <dgm:cxn modelId="{9AA09740-429A-464D-9276-46702E9F6625}" type="presOf" srcId="{86A651C1-5011-47D1-BB81-F1146E75614F}" destId="{F4335F5A-AD01-4385-98CD-86A666A4FE4F}" srcOrd="0" destOrd="0" presId="urn:microsoft.com/office/officeart/2018/2/layout/IconVerticalSolidList"/>
    <dgm:cxn modelId="{90326E85-0297-4103-8583-F0153F22B92C}" type="presOf" srcId="{AD45C3FB-CB65-42A7-ACCE-7CEEE54EC81C}" destId="{1D4A1AC9-B0D2-4C3B-BB6F-9D15F1FA3E77}" srcOrd="0" destOrd="0" presId="urn:microsoft.com/office/officeart/2018/2/layout/IconVerticalSolidList"/>
    <dgm:cxn modelId="{421738E4-E685-4DD6-AFDD-250987370CB9}" type="presOf" srcId="{A5CC8748-7B2A-414F-A816-6ED28518C985}" destId="{205D552A-668A-4627-9FA0-E2761A003DA0}" srcOrd="0" destOrd="0" presId="urn:microsoft.com/office/officeart/2018/2/layout/IconVerticalSolidList"/>
    <dgm:cxn modelId="{F298C8F6-31C9-4DCD-88AE-35F47B6E7B1B}" srcId="{ECE63DAD-986C-469B-A3B0-FE1D5EEDFF81}" destId="{86A651C1-5011-47D1-BB81-F1146E75614F}" srcOrd="1" destOrd="0" parTransId="{87298733-E3CF-4AB4-BB81-66192E56506A}" sibTransId="{BF9A1021-97C0-4964-823A-49C58A1308E1}"/>
    <dgm:cxn modelId="{B82F1AF9-9973-4B19-A3C8-3625D81E2FC0}" type="presOf" srcId="{C07D76E6-BFC1-4694-926F-D0D0904DBAE9}" destId="{2463FC97-821C-42E8-AF05-4A9580FFA59C}" srcOrd="0" destOrd="0" presId="urn:microsoft.com/office/officeart/2018/2/layout/IconVerticalSolidList"/>
    <dgm:cxn modelId="{C27CE12A-4CD8-4195-BBF3-E5A506D0C36A}" type="presParOf" srcId="{7BA55DD6-A0DA-49AA-8841-169CF2563A10}" destId="{B72E679E-0A5B-46D5-B171-F185489D21CB}" srcOrd="0" destOrd="0" presId="urn:microsoft.com/office/officeart/2018/2/layout/IconVerticalSolidList"/>
    <dgm:cxn modelId="{47184363-AE55-48D4-97E5-8EB47C6B1B47}" type="presParOf" srcId="{B72E679E-0A5B-46D5-B171-F185489D21CB}" destId="{E66E8A1F-3E8E-4B17-A396-2D668A0E6421}" srcOrd="0" destOrd="0" presId="urn:microsoft.com/office/officeart/2018/2/layout/IconVerticalSolidList"/>
    <dgm:cxn modelId="{51DA2268-8E92-4F83-A3F5-38E04795F2D4}" type="presParOf" srcId="{B72E679E-0A5B-46D5-B171-F185489D21CB}" destId="{A60B0FED-E664-4304-9769-437E281441C4}" srcOrd="1" destOrd="0" presId="urn:microsoft.com/office/officeart/2018/2/layout/IconVerticalSolidList"/>
    <dgm:cxn modelId="{12A2DB31-79E6-4AF2-9EA9-D6E8594396AA}" type="presParOf" srcId="{B72E679E-0A5B-46D5-B171-F185489D21CB}" destId="{A9D1CD98-73D4-4015-B6CF-B0175B2F8D17}" srcOrd="2" destOrd="0" presId="urn:microsoft.com/office/officeart/2018/2/layout/IconVerticalSolidList"/>
    <dgm:cxn modelId="{1303B226-6BBF-4256-8E87-9B8472336168}" type="presParOf" srcId="{B72E679E-0A5B-46D5-B171-F185489D21CB}" destId="{2463FC97-821C-42E8-AF05-4A9580FFA59C}" srcOrd="3" destOrd="0" presId="urn:microsoft.com/office/officeart/2018/2/layout/IconVerticalSolidList"/>
    <dgm:cxn modelId="{31FCF3DF-B547-4D20-8324-5ED3D642A88D}" type="presParOf" srcId="{7BA55DD6-A0DA-49AA-8841-169CF2563A10}" destId="{E36C0FE7-5836-48C0-B1D4-0ED6CF06774E}" srcOrd="1" destOrd="0" presId="urn:microsoft.com/office/officeart/2018/2/layout/IconVerticalSolidList"/>
    <dgm:cxn modelId="{8076DA5D-0528-4BB7-AA20-D382EBB140C2}" type="presParOf" srcId="{7BA55DD6-A0DA-49AA-8841-169CF2563A10}" destId="{03EAE5C8-50CF-4AD8-B250-4022BD23E411}" srcOrd="2" destOrd="0" presId="urn:microsoft.com/office/officeart/2018/2/layout/IconVerticalSolidList"/>
    <dgm:cxn modelId="{986121AA-60DE-407F-AA50-2A4A99EB02CB}" type="presParOf" srcId="{03EAE5C8-50CF-4AD8-B250-4022BD23E411}" destId="{99D471D6-3891-4DF2-B9E3-E85577D26454}" srcOrd="0" destOrd="0" presId="urn:microsoft.com/office/officeart/2018/2/layout/IconVerticalSolidList"/>
    <dgm:cxn modelId="{E35D529C-EE07-4F1B-978F-7A92E182C0A3}" type="presParOf" srcId="{03EAE5C8-50CF-4AD8-B250-4022BD23E411}" destId="{6127081D-D97C-4E37-9F11-34593C0130BC}" srcOrd="1" destOrd="0" presId="urn:microsoft.com/office/officeart/2018/2/layout/IconVerticalSolidList"/>
    <dgm:cxn modelId="{B4AECC90-9461-4FAD-9551-032E2CE9AA0F}" type="presParOf" srcId="{03EAE5C8-50CF-4AD8-B250-4022BD23E411}" destId="{D5445D9F-D87C-4F46-9492-379435A024D4}" srcOrd="2" destOrd="0" presId="urn:microsoft.com/office/officeart/2018/2/layout/IconVerticalSolidList"/>
    <dgm:cxn modelId="{8015FA42-9F82-4069-8424-5F9128F8660D}" type="presParOf" srcId="{03EAE5C8-50CF-4AD8-B250-4022BD23E411}" destId="{F4335F5A-AD01-4385-98CD-86A666A4FE4F}" srcOrd="3" destOrd="0" presId="urn:microsoft.com/office/officeart/2018/2/layout/IconVerticalSolidList"/>
    <dgm:cxn modelId="{DDD31CF5-6B1B-4850-90DB-4FCBB97A61FD}" type="presParOf" srcId="{7BA55DD6-A0DA-49AA-8841-169CF2563A10}" destId="{54F2503D-BE7C-4B7D-9B67-5C0B0A61609C}" srcOrd="3" destOrd="0" presId="urn:microsoft.com/office/officeart/2018/2/layout/IconVerticalSolidList"/>
    <dgm:cxn modelId="{A657106F-6938-4E3B-B7D2-BBED6E88EC73}" type="presParOf" srcId="{7BA55DD6-A0DA-49AA-8841-169CF2563A10}" destId="{61CA2069-68E3-4764-87AC-5AE79E93D0B2}" srcOrd="4" destOrd="0" presId="urn:microsoft.com/office/officeart/2018/2/layout/IconVerticalSolidList"/>
    <dgm:cxn modelId="{A7EC22E9-46CE-4772-AF79-C1281E200229}" type="presParOf" srcId="{61CA2069-68E3-4764-87AC-5AE79E93D0B2}" destId="{E21BD97E-B2BB-4A75-ACA3-521A9E775A66}" srcOrd="0" destOrd="0" presId="urn:microsoft.com/office/officeart/2018/2/layout/IconVerticalSolidList"/>
    <dgm:cxn modelId="{4CE1046A-084B-4E93-B553-7AFD4913D0E6}" type="presParOf" srcId="{61CA2069-68E3-4764-87AC-5AE79E93D0B2}" destId="{23E83398-56D1-4AB4-8C68-C2946ED528AD}" srcOrd="1" destOrd="0" presId="urn:microsoft.com/office/officeart/2018/2/layout/IconVerticalSolidList"/>
    <dgm:cxn modelId="{D1B7610C-2020-4778-8546-72A04D95EE1A}" type="presParOf" srcId="{61CA2069-68E3-4764-87AC-5AE79E93D0B2}" destId="{C0E8C932-328F-487F-BEDE-02862BA798B7}" srcOrd="2" destOrd="0" presId="urn:microsoft.com/office/officeart/2018/2/layout/IconVerticalSolidList"/>
    <dgm:cxn modelId="{EAB91612-F21B-4C08-8BB7-37F60A5C27AD}" type="presParOf" srcId="{61CA2069-68E3-4764-87AC-5AE79E93D0B2}" destId="{1D4A1AC9-B0D2-4C3B-BB6F-9D15F1FA3E77}" srcOrd="3" destOrd="0" presId="urn:microsoft.com/office/officeart/2018/2/layout/IconVerticalSolidList"/>
    <dgm:cxn modelId="{4F562671-0D65-4C00-BF11-766BD74C43B6}" type="presParOf" srcId="{7BA55DD6-A0DA-49AA-8841-169CF2563A10}" destId="{151AE861-CE71-43D1-B062-0F6C5F4EFE3F}" srcOrd="5" destOrd="0" presId="urn:microsoft.com/office/officeart/2018/2/layout/IconVerticalSolidList"/>
    <dgm:cxn modelId="{DCE16134-BC30-46DA-A2D1-85D0CE63C4DC}" type="presParOf" srcId="{7BA55DD6-A0DA-49AA-8841-169CF2563A10}" destId="{0E1F0EED-562A-4EC6-BDBF-C9236F9488AB}" srcOrd="6" destOrd="0" presId="urn:microsoft.com/office/officeart/2018/2/layout/IconVerticalSolidList"/>
    <dgm:cxn modelId="{0A6356CE-1F46-4350-93C8-285C9545A8BA}" type="presParOf" srcId="{0E1F0EED-562A-4EC6-BDBF-C9236F9488AB}" destId="{007FB6D6-D665-493A-BEB5-6E2B2BAEF5E0}" srcOrd="0" destOrd="0" presId="urn:microsoft.com/office/officeart/2018/2/layout/IconVerticalSolidList"/>
    <dgm:cxn modelId="{4A5AC526-602A-493B-978B-CDBEAFDAF4D1}" type="presParOf" srcId="{0E1F0EED-562A-4EC6-BDBF-C9236F9488AB}" destId="{755869F4-DE9A-420B-A584-3718ACE8B9C3}" srcOrd="1" destOrd="0" presId="urn:microsoft.com/office/officeart/2018/2/layout/IconVerticalSolidList"/>
    <dgm:cxn modelId="{B92A3EBA-6C5B-4A92-8107-CD1EA41F4264}" type="presParOf" srcId="{0E1F0EED-562A-4EC6-BDBF-C9236F9488AB}" destId="{4110D5A2-5C5A-4C9C-9E43-376AC5743CA7}" srcOrd="2" destOrd="0" presId="urn:microsoft.com/office/officeart/2018/2/layout/IconVerticalSolidList"/>
    <dgm:cxn modelId="{5C8A643B-1A4C-4EBD-8981-DF33E458B4B8}" type="presParOf" srcId="{0E1F0EED-562A-4EC6-BDBF-C9236F9488AB}" destId="{205D552A-668A-4627-9FA0-E2761A003D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4D7804-E029-450B-AB68-B16A112688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368FD2-E347-4D69-8653-9FDF185FC26E}">
      <dgm:prSet/>
      <dgm:spPr/>
      <dgm:t>
        <a:bodyPr/>
        <a:lstStyle/>
        <a:p>
          <a:r>
            <a:rPr lang="en-US"/>
            <a:t>IMS stands for Information Management System.</a:t>
          </a:r>
        </a:p>
      </dgm:t>
    </dgm:pt>
    <dgm:pt modelId="{C3B9C6EB-B6CD-4E8F-9237-C7EEC9A38EE8}" type="parTrans" cxnId="{2E9029C3-6339-4B22-B942-2E26D028CFCB}">
      <dgm:prSet/>
      <dgm:spPr/>
      <dgm:t>
        <a:bodyPr/>
        <a:lstStyle/>
        <a:p>
          <a:endParaRPr lang="en-US"/>
        </a:p>
      </dgm:t>
    </dgm:pt>
    <dgm:pt modelId="{5868DC55-5E8C-4213-8DE7-550F6DB88F15}" type="sibTrans" cxnId="{2E9029C3-6339-4B22-B942-2E26D028CFCB}">
      <dgm:prSet/>
      <dgm:spPr/>
      <dgm:t>
        <a:bodyPr/>
        <a:lstStyle/>
        <a:p>
          <a:endParaRPr lang="en-US"/>
        </a:p>
      </dgm:t>
    </dgm:pt>
    <dgm:pt modelId="{417CC5E6-CF01-4C76-8AE2-5813227A728B}">
      <dgm:prSet/>
      <dgm:spPr/>
      <dgm:t>
        <a:bodyPr/>
        <a:lstStyle/>
        <a:p>
          <a:r>
            <a:rPr lang="en-US"/>
            <a:t>It’s a database and transaction management system.</a:t>
          </a:r>
        </a:p>
      </dgm:t>
    </dgm:pt>
    <dgm:pt modelId="{61CA00B4-6B76-4DA1-B510-8E2700F67648}" type="parTrans" cxnId="{4FA667B8-8EB7-4C7A-A334-5A13DAF8D561}">
      <dgm:prSet/>
      <dgm:spPr/>
      <dgm:t>
        <a:bodyPr/>
        <a:lstStyle/>
        <a:p>
          <a:endParaRPr lang="en-US"/>
        </a:p>
      </dgm:t>
    </dgm:pt>
    <dgm:pt modelId="{9B8C3AA6-AA96-499C-B069-C39BE085176F}" type="sibTrans" cxnId="{4FA667B8-8EB7-4C7A-A334-5A13DAF8D561}">
      <dgm:prSet/>
      <dgm:spPr/>
      <dgm:t>
        <a:bodyPr/>
        <a:lstStyle/>
        <a:p>
          <a:endParaRPr lang="en-US"/>
        </a:p>
      </dgm:t>
    </dgm:pt>
    <dgm:pt modelId="{49C9381D-E8FD-41DA-83A9-BEE762D27EA7}">
      <dgm:prSet/>
      <dgm:spPr/>
      <dgm:t>
        <a:bodyPr/>
        <a:lstStyle/>
        <a:p>
          <a:r>
            <a:rPr lang="en-US"/>
            <a:t>Allows seamless interaction between applications and data.</a:t>
          </a:r>
        </a:p>
      </dgm:t>
    </dgm:pt>
    <dgm:pt modelId="{7254A785-4A63-4658-AD51-C7015526CC79}" type="parTrans" cxnId="{B56E79AD-012F-4C0F-9898-9AF4AC29DA40}">
      <dgm:prSet/>
      <dgm:spPr/>
      <dgm:t>
        <a:bodyPr/>
        <a:lstStyle/>
        <a:p>
          <a:endParaRPr lang="en-US"/>
        </a:p>
      </dgm:t>
    </dgm:pt>
    <dgm:pt modelId="{BCAD9A8B-16D1-422B-955E-772DC5D55651}" type="sibTrans" cxnId="{B56E79AD-012F-4C0F-9898-9AF4AC29DA40}">
      <dgm:prSet/>
      <dgm:spPr/>
      <dgm:t>
        <a:bodyPr/>
        <a:lstStyle/>
        <a:p>
          <a:endParaRPr lang="en-US"/>
        </a:p>
      </dgm:t>
    </dgm:pt>
    <dgm:pt modelId="{DCCB3D1A-37A8-49AD-B5F0-F13A0CD0D0AD}">
      <dgm:prSet/>
      <dgm:spPr/>
      <dgm:t>
        <a:bodyPr/>
        <a:lstStyle/>
        <a:p>
          <a:r>
            <a:rPr lang="en-US"/>
            <a:t>Components: IMS Database (DL/I) and IMS Transaction Manager (TM).</a:t>
          </a:r>
        </a:p>
      </dgm:t>
    </dgm:pt>
    <dgm:pt modelId="{0B371CB3-AE96-4FF7-96EB-1C3DB98816A2}" type="parTrans" cxnId="{9AFA21DF-C0BC-4E22-BC16-61A4DD949D91}">
      <dgm:prSet/>
      <dgm:spPr/>
      <dgm:t>
        <a:bodyPr/>
        <a:lstStyle/>
        <a:p>
          <a:endParaRPr lang="en-US"/>
        </a:p>
      </dgm:t>
    </dgm:pt>
    <dgm:pt modelId="{2C935B29-5F16-426A-9B1A-2649C1259E8C}" type="sibTrans" cxnId="{9AFA21DF-C0BC-4E22-BC16-61A4DD949D91}">
      <dgm:prSet/>
      <dgm:spPr/>
      <dgm:t>
        <a:bodyPr/>
        <a:lstStyle/>
        <a:p>
          <a:endParaRPr lang="en-US"/>
        </a:p>
      </dgm:t>
    </dgm:pt>
    <dgm:pt modelId="{6279C887-D7E6-429D-BD40-41691A7FFBFD}" type="pres">
      <dgm:prSet presAssocID="{E34D7804-E029-450B-AB68-B16A11268841}" presName="root" presStyleCnt="0">
        <dgm:presLayoutVars>
          <dgm:dir/>
          <dgm:resizeHandles val="exact"/>
        </dgm:presLayoutVars>
      </dgm:prSet>
      <dgm:spPr/>
    </dgm:pt>
    <dgm:pt modelId="{87A0278E-56A4-426F-871F-00B93A2DAD96}" type="pres">
      <dgm:prSet presAssocID="{0F368FD2-E347-4D69-8653-9FDF185FC26E}" presName="compNode" presStyleCnt="0"/>
      <dgm:spPr/>
    </dgm:pt>
    <dgm:pt modelId="{852C5345-8E49-4992-A523-DD63A5E09985}" type="pres">
      <dgm:prSet presAssocID="{0F368FD2-E347-4D69-8653-9FDF185FC26E}" presName="bgRect" presStyleLbl="bgShp" presStyleIdx="0" presStyleCnt="4"/>
      <dgm:spPr/>
    </dgm:pt>
    <dgm:pt modelId="{AA0A275E-E616-410B-B21B-B276D03D2480}" type="pres">
      <dgm:prSet presAssocID="{0F368FD2-E347-4D69-8653-9FDF185FC2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34C168D-173B-4B43-83D6-244EEFFA64A8}" type="pres">
      <dgm:prSet presAssocID="{0F368FD2-E347-4D69-8653-9FDF185FC26E}" presName="spaceRect" presStyleCnt="0"/>
      <dgm:spPr/>
    </dgm:pt>
    <dgm:pt modelId="{0F73A0B7-5C9A-48EB-B4E7-62C872377C0E}" type="pres">
      <dgm:prSet presAssocID="{0F368FD2-E347-4D69-8653-9FDF185FC26E}" presName="parTx" presStyleLbl="revTx" presStyleIdx="0" presStyleCnt="4">
        <dgm:presLayoutVars>
          <dgm:chMax val="0"/>
          <dgm:chPref val="0"/>
        </dgm:presLayoutVars>
      </dgm:prSet>
      <dgm:spPr/>
    </dgm:pt>
    <dgm:pt modelId="{E1BCDCB1-4BEC-4EE6-8727-7FB72B3B01BA}" type="pres">
      <dgm:prSet presAssocID="{5868DC55-5E8C-4213-8DE7-550F6DB88F15}" presName="sibTrans" presStyleCnt="0"/>
      <dgm:spPr/>
    </dgm:pt>
    <dgm:pt modelId="{2451248B-77A6-4502-A850-17D66A64FBA0}" type="pres">
      <dgm:prSet presAssocID="{417CC5E6-CF01-4C76-8AE2-5813227A728B}" presName="compNode" presStyleCnt="0"/>
      <dgm:spPr/>
    </dgm:pt>
    <dgm:pt modelId="{FE62A25A-E979-4B0B-A83A-7DFA6A154047}" type="pres">
      <dgm:prSet presAssocID="{417CC5E6-CF01-4C76-8AE2-5813227A728B}" presName="bgRect" presStyleLbl="bgShp" presStyleIdx="1" presStyleCnt="4"/>
      <dgm:spPr/>
    </dgm:pt>
    <dgm:pt modelId="{7330E5FC-94D0-4B2D-865F-91941C3CCF56}" type="pres">
      <dgm:prSet presAssocID="{417CC5E6-CF01-4C76-8AE2-5813227A72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6074329-50FF-46FA-954F-B4EB0D6021C2}" type="pres">
      <dgm:prSet presAssocID="{417CC5E6-CF01-4C76-8AE2-5813227A728B}" presName="spaceRect" presStyleCnt="0"/>
      <dgm:spPr/>
    </dgm:pt>
    <dgm:pt modelId="{47F0C21C-CF7E-4E77-9CB1-C2BECA7B92A0}" type="pres">
      <dgm:prSet presAssocID="{417CC5E6-CF01-4C76-8AE2-5813227A728B}" presName="parTx" presStyleLbl="revTx" presStyleIdx="1" presStyleCnt="4">
        <dgm:presLayoutVars>
          <dgm:chMax val="0"/>
          <dgm:chPref val="0"/>
        </dgm:presLayoutVars>
      </dgm:prSet>
      <dgm:spPr/>
    </dgm:pt>
    <dgm:pt modelId="{7E7F94E2-8F5A-4DB0-91A9-9E8C7E41A9E4}" type="pres">
      <dgm:prSet presAssocID="{9B8C3AA6-AA96-499C-B069-C39BE085176F}" presName="sibTrans" presStyleCnt="0"/>
      <dgm:spPr/>
    </dgm:pt>
    <dgm:pt modelId="{E8926FA3-02B1-4457-9FEB-17A0CCAD5E98}" type="pres">
      <dgm:prSet presAssocID="{49C9381D-E8FD-41DA-83A9-BEE762D27EA7}" presName="compNode" presStyleCnt="0"/>
      <dgm:spPr/>
    </dgm:pt>
    <dgm:pt modelId="{3060AE03-0A73-4451-A174-60AA6C1E4B8D}" type="pres">
      <dgm:prSet presAssocID="{49C9381D-E8FD-41DA-83A9-BEE762D27EA7}" presName="bgRect" presStyleLbl="bgShp" presStyleIdx="2" presStyleCnt="4"/>
      <dgm:spPr/>
    </dgm:pt>
    <dgm:pt modelId="{FF774E1D-D4BF-4F31-B086-CD6761C8423B}" type="pres">
      <dgm:prSet presAssocID="{49C9381D-E8FD-41DA-83A9-BEE762D27E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B389FED-C8CD-462E-86C3-63775D549001}" type="pres">
      <dgm:prSet presAssocID="{49C9381D-E8FD-41DA-83A9-BEE762D27EA7}" presName="spaceRect" presStyleCnt="0"/>
      <dgm:spPr/>
    </dgm:pt>
    <dgm:pt modelId="{3A2D1583-1409-48AE-A20E-86F960ABA031}" type="pres">
      <dgm:prSet presAssocID="{49C9381D-E8FD-41DA-83A9-BEE762D27EA7}" presName="parTx" presStyleLbl="revTx" presStyleIdx="2" presStyleCnt="4">
        <dgm:presLayoutVars>
          <dgm:chMax val="0"/>
          <dgm:chPref val="0"/>
        </dgm:presLayoutVars>
      </dgm:prSet>
      <dgm:spPr/>
    </dgm:pt>
    <dgm:pt modelId="{59289D91-1815-4553-A75A-C0C34FB8BF8A}" type="pres">
      <dgm:prSet presAssocID="{BCAD9A8B-16D1-422B-955E-772DC5D55651}" presName="sibTrans" presStyleCnt="0"/>
      <dgm:spPr/>
    </dgm:pt>
    <dgm:pt modelId="{823A26F5-04FC-4782-9463-F295B69F7F29}" type="pres">
      <dgm:prSet presAssocID="{DCCB3D1A-37A8-49AD-B5F0-F13A0CD0D0AD}" presName="compNode" presStyleCnt="0"/>
      <dgm:spPr/>
    </dgm:pt>
    <dgm:pt modelId="{4364EB23-A798-40D9-BA3F-9EE0E32B4953}" type="pres">
      <dgm:prSet presAssocID="{DCCB3D1A-37A8-49AD-B5F0-F13A0CD0D0AD}" presName="bgRect" presStyleLbl="bgShp" presStyleIdx="3" presStyleCnt="4"/>
      <dgm:spPr/>
    </dgm:pt>
    <dgm:pt modelId="{3A7D038F-9D3B-472D-B4A6-4934F10146A1}" type="pres">
      <dgm:prSet presAssocID="{DCCB3D1A-37A8-49AD-B5F0-F13A0CD0D0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4F60EEF-1AC3-4155-BE68-3910FD7A4B36}" type="pres">
      <dgm:prSet presAssocID="{DCCB3D1A-37A8-49AD-B5F0-F13A0CD0D0AD}" presName="spaceRect" presStyleCnt="0"/>
      <dgm:spPr/>
    </dgm:pt>
    <dgm:pt modelId="{D9631E3B-CB0C-41AD-ACFE-6F2FCA8C1DED}" type="pres">
      <dgm:prSet presAssocID="{DCCB3D1A-37A8-49AD-B5F0-F13A0CD0D0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637703-118A-48D7-86DD-0974105BE24C}" type="presOf" srcId="{E34D7804-E029-450B-AB68-B16A11268841}" destId="{6279C887-D7E6-429D-BD40-41691A7FFBFD}" srcOrd="0" destOrd="0" presId="urn:microsoft.com/office/officeart/2018/2/layout/IconVerticalSolidList"/>
    <dgm:cxn modelId="{9B66B310-200A-4374-8753-F13FDB0EE613}" type="presOf" srcId="{49C9381D-E8FD-41DA-83A9-BEE762D27EA7}" destId="{3A2D1583-1409-48AE-A20E-86F960ABA031}" srcOrd="0" destOrd="0" presId="urn:microsoft.com/office/officeart/2018/2/layout/IconVerticalSolidList"/>
    <dgm:cxn modelId="{3192736B-E8FF-44B8-B33C-68C030BD2FAF}" type="presOf" srcId="{417CC5E6-CF01-4C76-8AE2-5813227A728B}" destId="{47F0C21C-CF7E-4E77-9CB1-C2BECA7B92A0}" srcOrd="0" destOrd="0" presId="urn:microsoft.com/office/officeart/2018/2/layout/IconVerticalSolidList"/>
    <dgm:cxn modelId="{6F3A9C54-4872-4D6B-BBB4-CA6A30ABD9FA}" type="presOf" srcId="{DCCB3D1A-37A8-49AD-B5F0-F13A0CD0D0AD}" destId="{D9631E3B-CB0C-41AD-ACFE-6F2FCA8C1DED}" srcOrd="0" destOrd="0" presId="urn:microsoft.com/office/officeart/2018/2/layout/IconVerticalSolidList"/>
    <dgm:cxn modelId="{B56E79AD-012F-4C0F-9898-9AF4AC29DA40}" srcId="{E34D7804-E029-450B-AB68-B16A11268841}" destId="{49C9381D-E8FD-41DA-83A9-BEE762D27EA7}" srcOrd="2" destOrd="0" parTransId="{7254A785-4A63-4658-AD51-C7015526CC79}" sibTransId="{BCAD9A8B-16D1-422B-955E-772DC5D55651}"/>
    <dgm:cxn modelId="{4FA667B8-8EB7-4C7A-A334-5A13DAF8D561}" srcId="{E34D7804-E029-450B-AB68-B16A11268841}" destId="{417CC5E6-CF01-4C76-8AE2-5813227A728B}" srcOrd="1" destOrd="0" parTransId="{61CA00B4-6B76-4DA1-B510-8E2700F67648}" sibTransId="{9B8C3AA6-AA96-499C-B069-C39BE085176F}"/>
    <dgm:cxn modelId="{2E9029C3-6339-4B22-B942-2E26D028CFCB}" srcId="{E34D7804-E029-450B-AB68-B16A11268841}" destId="{0F368FD2-E347-4D69-8653-9FDF185FC26E}" srcOrd="0" destOrd="0" parTransId="{C3B9C6EB-B6CD-4E8F-9237-C7EEC9A38EE8}" sibTransId="{5868DC55-5E8C-4213-8DE7-550F6DB88F15}"/>
    <dgm:cxn modelId="{D87320DB-76EA-40C8-89D5-24D6D41FEA3E}" type="presOf" srcId="{0F368FD2-E347-4D69-8653-9FDF185FC26E}" destId="{0F73A0B7-5C9A-48EB-B4E7-62C872377C0E}" srcOrd="0" destOrd="0" presId="urn:microsoft.com/office/officeart/2018/2/layout/IconVerticalSolidList"/>
    <dgm:cxn modelId="{9AFA21DF-C0BC-4E22-BC16-61A4DD949D91}" srcId="{E34D7804-E029-450B-AB68-B16A11268841}" destId="{DCCB3D1A-37A8-49AD-B5F0-F13A0CD0D0AD}" srcOrd="3" destOrd="0" parTransId="{0B371CB3-AE96-4FF7-96EB-1C3DB98816A2}" sibTransId="{2C935B29-5F16-426A-9B1A-2649C1259E8C}"/>
    <dgm:cxn modelId="{7871E3C0-A68E-4F04-9665-E91F4355AC15}" type="presParOf" srcId="{6279C887-D7E6-429D-BD40-41691A7FFBFD}" destId="{87A0278E-56A4-426F-871F-00B93A2DAD96}" srcOrd="0" destOrd="0" presId="urn:microsoft.com/office/officeart/2018/2/layout/IconVerticalSolidList"/>
    <dgm:cxn modelId="{49CE73EB-02E9-403C-9213-519CCCDB8BB0}" type="presParOf" srcId="{87A0278E-56A4-426F-871F-00B93A2DAD96}" destId="{852C5345-8E49-4992-A523-DD63A5E09985}" srcOrd="0" destOrd="0" presId="urn:microsoft.com/office/officeart/2018/2/layout/IconVerticalSolidList"/>
    <dgm:cxn modelId="{D3EE2E89-A8CF-40CD-AA79-90F4990FB07E}" type="presParOf" srcId="{87A0278E-56A4-426F-871F-00B93A2DAD96}" destId="{AA0A275E-E616-410B-B21B-B276D03D2480}" srcOrd="1" destOrd="0" presId="urn:microsoft.com/office/officeart/2018/2/layout/IconVerticalSolidList"/>
    <dgm:cxn modelId="{EC05A2ED-52F4-43FD-A051-040B1666748A}" type="presParOf" srcId="{87A0278E-56A4-426F-871F-00B93A2DAD96}" destId="{134C168D-173B-4B43-83D6-244EEFFA64A8}" srcOrd="2" destOrd="0" presId="urn:microsoft.com/office/officeart/2018/2/layout/IconVerticalSolidList"/>
    <dgm:cxn modelId="{9EB7A4A1-D16B-469D-8EEF-1965D3C052FC}" type="presParOf" srcId="{87A0278E-56A4-426F-871F-00B93A2DAD96}" destId="{0F73A0B7-5C9A-48EB-B4E7-62C872377C0E}" srcOrd="3" destOrd="0" presId="urn:microsoft.com/office/officeart/2018/2/layout/IconVerticalSolidList"/>
    <dgm:cxn modelId="{2904CE02-1998-4CF7-9460-17616BDEAE29}" type="presParOf" srcId="{6279C887-D7E6-429D-BD40-41691A7FFBFD}" destId="{E1BCDCB1-4BEC-4EE6-8727-7FB72B3B01BA}" srcOrd="1" destOrd="0" presId="urn:microsoft.com/office/officeart/2018/2/layout/IconVerticalSolidList"/>
    <dgm:cxn modelId="{2F293BDE-B5E4-487C-88B3-E7D20A1FEA19}" type="presParOf" srcId="{6279C887-D7E6-429D-BD40-41691A7FFBFD}" destId="{2451248B-77A6-4502-A850-17D66A64FBA0}" srcOrd="2" destOrd="0" presId="urn:microsoft.com/office/officeart/2018/2/layout/IconVerticalSolidList"/>
    <dgm:cxn modelId="{73E2F211-E0D8-4CD3-97BC-80BCDB7CC556}" type="presParOf" srcId="{2451248B-77A6-4502-A850-17D66A64FBA0}" destId="{FE62A25A-E979-4B0B-A83A-7DFA6A154047}" srcOrd="0" destOrd="0" presId="urn:microsoft.com/office/officeart/2018/2/layout/IconVerticalSolidList"/>
    <dgm:cxn modelId="{794CE56F-1222-47D5-86E3-D9965A5B9460}" type="presParOf" srcId="{2451248B-77A6-4502-A850-17D66A64FBA0}" destId="{7330E5FC-94D0-4B2D-865F-91941C3CCF56}" srcOrd="1" destOrd="0" presId="urn:microsoft.com/office/officeart/2018/2/layout/IconVerticalSolidList"/>
    <dgm:cxn modelId="{95180299-BE1B-4AF4-8252-74DD04ED986A}" type="presParOf" srcId="{2451248B-77A6-4502-A850-17D66A64FBA0}" destId="{B6074329-50FF-46FA-954F-B4EB0D6021C2}" srcOrd="2" destOrd="0" presId="urn:microsoft.com/office/officeart/2018/2/layout/IconVerticalSolidList"/>
    <dgm:cxn modelId="{46C531A9-74D8-4396-9E23-B598D846A4CA}" type="presParOf" srcId="{2451248B-77A6-4502-A850-17D66A64FBA0}" destId="{47F0C21C-CF7E-4E77-9CB1-C2BECA7B92A0}" srcOrd="3" destOrd="0" presId="urn:microsoft.com/office/officeart/2018/2/layout/IconVerticalSolidList"/>
    <dgm:cxn modelId="{32886412-56A0-45A7-8AAB-9397A69499BE}" type="presParOf" srcId="{6279C887-D7E6-429D-BD40-41691A7FFBFD}" destId="{7E7F94E2-8F5A-4DB0-91A9-9E8C7E41A9E4}" srcOrd="3" destOrd="0" presId="urn:microsoft.com/office/officeart/2018/2/layout/IconVerticalSolidList"/>
    <dgm:cxn modelId="{E27493DC-5373-4C59-B8B9-A59BED0D0CAE}" type="presParOf" srcId="{6279C887-D7E6-429D-BD40-41691A7FFBFD}" destId="{E8926FA3-02B1-4457-9FEB-17A0CCAD5E98}" srcOrd="4" destOrd="0" presId="urn:microsoft.com/office/officeart/2018/2/layout/IconVerticalSolidList"/>
    <dgm:cxn modelId="{C0DA615C-4027-458D-8A60-5D213D9DFEE3}" type="presParOf" srcId="{E8926FA3-02B1-4457-9FEB-17A0CCAD5E98}" destId="{3060AE03-0A73-4451-A174-60AA6C1E4B8D}" srcOrd="0" destOrd="0" presId="urn:microsoft.com/office/officeart/2018/2/layout/IconVerticalSolidList"/>
    <dgm:cxn modelId="{3BBD544C-BACE-419F-B9FF-E0A0C1FC35EE}" type="presParOf" srcId="{E8926FA3-02B1-4457-9FEB-17A0CCAD5E98}" destId="{FF774E1D-D4BF-4F31-B086-CD6761C8423B}" srcOrd="1" destOrd="0" presId="urn:microsoft.com/office/officeart/2018/2/layout/IconVerticalSolidList"/>
    <dgm:cxn modelId="{60EF9876-93F9-4F9A-A442-39E422653F18}" type="presParOf" srcId="{E8926FA3-02B1-4457-9FEB-17A0CCAD5E98}" destId="{8B389FED-C8CD-462E-86C3-63775D549001}" srcOrd="2" destOrd="0" presId="urn:microsoft.com/office/officeart/2018/2/layout/IconVerticalSolidList"/>
    <dgm:cxn modelId="{B182C792-4D9D-4DB1-866A-4B48CC6368EB}" type="presParOf" srcId="{E8926FA3-02B1-4457-9FEB-17A0CCAD5E98}" destId="{3A2D1583-1409-48AE-A20E-86F960ABA031}" srcOrd="3" destOrd="0" presId="urn:microsoft.com/office/officeart/2018/2/layout/IconVerticalSolidList"/>
    <dgm:cxn modelId="{BF85436A-BBA7-4DDA-A378-790BCCD7456E}" type="presParOf" srcId="{6279C887-D7E6-429D-BD40-41691A7FFBFD}" destId="{59289D91-1815-4553-A75A-C0C34FB8BF8A}" srcOrd="5" destOrd="0" presId="urn:microsoft.com/office/officeart/2018/2/layout/IconVerticalSolidList"/>
    <dgm:cxn modelId="{56C63174-4C45-405B-9DC8-72675DBFE4F3}" type="presParOf" srcId="{6279C887-D7E6-429D-BD40-41691A7FFBFD}" destId="{823A26F5-04FC-4782-9463-F295B69F7F29}" srcOrd="6" destOrd="0" presId="urn:microsoft.com/office/officeart/2018/2/layout/IconVerticalSolidList"/>
    <dgm:cxn modelId="{753996CE-B9E8-4804-B4B3-6A0E0ECB96A0}" type="presParOf" srcId="{823A26F5-04FC-4782-9463-F295B69F7F29}" destId="{4364EB23-A798-40D9-BA3F-9EE0E32B4953}" srcOrd="0" destOrd="0" presId="urn:microsoft.com/office/officeart/2018/2/layout/IconVerticalSolidList"/>
    <dgm:cxn modelId="{7E8315E4-1C45-4081-8771-00C249F07A1B}" type="presParOf" srcId="{823A26F5-04FC-4782-9463-F295B69F7F29}" destId="{3A7D038F-9D3B-472D-B4A6-4934F10146A1}" srcOrd="1" destOrd="0" presId="urn:microsoft.com/office/officeart/2018/2/layout/IconVerticalSolidList"/>
    <dgm:cxn modelId="{76B826E9-A225-4249-B22B-4E57C3907E3A}" type="presParOf" srcId="{823A26F5-04FC-4782-9463-F295B69F7F29}" destId="{14F60EEF-1AC3-4155-BE68-3910FD7A4B36}" srcOrd="2" destOrd="0" presId="urn:microsoft.com/office/officeart/2018/2/layout/IconVerticalSolidList"/>
    <dgm:cxn modelId="{68BF45C9-D70E-4E2D-9576-BD0BF3BABDB8}" type="presParOf" srcId="{823A26F5-04FC-4782-9463-F295B69F7F29}" destId="{D9631E3B-CB0C-41AD-ACFE-6F2FCA8C1D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DDDBA7-8AD9-4E3A-B4A0-9B78DBEB57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7CC3A0-4E5C-4019-BD06-AE811E75EAA9}">
      <dgm:prSet/>
      <dgm:spPr/>
      <dgm:t>
        <a:bodyPr/>
        <a:lstStyle/>
        <a:p>
          <a:r>
            <a:rPr lang="en-US"/>
            <a:t>Step 1: Requirement analysis and data structuring.</a:t>
          </a:r>
        </a:p>
      </dgm:t>
    </dgm:pt>
    <dgm:pt modelId="{7ED45ECE-50FA-4E94-8431-2B2CC2534454}" type="parTrans" cxnId="{89090ED5-DBDC-443D-B387-ADFCD14C7DD6}">
      <dgm:prSet/>
      <dgm:spPr/>
      <dgm:t>
        <a:bodyPr/>
        <a:lstStyle/>
        <a:p>
          <a:endParaRPr lang="en-US"/>
        </a:p>
      </dgm:t>
    </dgm:pt>
    <dgm:pt modelId="{D0AB2B0E-A895-447F-938C-04691596253A}" type="sibTrans" cxnId="{89090ED5-DBDC-443D-B387-ADFCD14C7DD6}">
      <dgm:prSet/>
      <dgm:spPr/>
      <dgm:t>
        <a:bodyPr/>
        <a:lstStyle/>
        <a:p>
          <a:endParaRPr lang="en-US"/>
        </a:p>
      </dgm:t>
    </dgm:pt>
    <dgm:pt modelId="{C31BAFD7-830B-4909-A3B0-6B1CCF824123}">
      <dgm:prSet/>
      <dgm:spPr/>
      <dgm:t>
        <a:bodyPr/>
        <a:lstStyle/>
        <a:p>
          <a:r>
            <a:rPr lang="en-US"/>
            <a:t>Step 2: Integration with existing business applications.</a:t>
          </a:r>
        </a:p>
      </dgm:t>
    </dgm:pt>
    <dgm:pt modelId="{349E85DE-20C6-40F7-8012-091F34EA1B76}" type="parTrans" cxnId="{B109288E-1C50-4E0C-B73F-043D28686783}">
      <dgm:prSet/>
      <dgm:spPr/>
      <dgm:t>
        <a:bodyPr/>
        <a:lstStyle/>
        <a:p>
          <a:endParaRPr lang="en-US"/>
        </a:p>
      </dgm:t>
    </dgm:pt>
    <dgm:pt modelId="{41549452-5353-4B89-9975-1CBD6B35FBBB}" type="sibTrans" cxnId="{B109288E-1C50-4E0C-B73F-043D28686783}">
      <dgm:prSet/>
      <dgm:spPr/>
      <dgm:t>
        <a:bodyPr/>
        <a:lstStyle/>
        <a:p>
          <a:endParaRPr lang="en-US"/>
        </a:p>
      </dgm:t>
    </dgm:pt>
    <dgm:pt modelId="{7E138768-ACE3-4010-A5DE-FEBE714C575C}">
      <dgm:prSet/>
      <dgm:spPr/>
      <dgm:t>
        <a:bodyPr/>
        <a:lstStyle/>
        <a:p>
          <a:r>
            <a:rPr lang="en-US"/>
            <a:t>Step 3: Training teams to manage transactions and data.</a:t>
          </a:r>
        </a:p>
      </dgm:t>
    </dgm:pt>
    <dgm:pt modelId="{C8391B8E-94CD-4475-9FCF-02B7E68B1FE3}" type="parTrans" cxnId="{2FB18345-96A4-4AB6-9C95-69EAC326C5C9}">
      <dgm:prSet/>
      <dgm:spPr/>
      <dgm:t>
        <a:bodyPr/>
        <a:lstStyle/>
        <a:p>
          <a:endParaRPr lang="en-US"/>
        </a:p>
      </dgm:t>
    </dgm:pt>
    <dgm:pt modelId="{8493D3A7-64E6-43DE-B718-8B25008B88D7}" type="sibTrans" cxnId="{2FB18345-96A4-4AB6-9C95-69EAC326C5C9}">
      <dgm:prSet/>
      <dgm:spPr/>
      <dgm:t>
        <a:bodyPr/>
        <a:lstStyle/>
        <a:p>
          <a:endParaRPr lang="en-US"/>
        </a:p>
      </dgm:t>
    </dgm:pt>
    <dgm:pt modelId="{E19940DE-8F7B-43D2-BDCE-7C273FB46118}">
      <dgm:prSet/>
      <dgm:spPr/>
      <dgm:t>
        <a:bodyPr/>
        <a:lstStyle/>
        <a:p>
          <a:r>
            <a:rPr lang="en-US"/>
            <a:t>Example: Banking sector uses IMS for account data and ATM transactions.</a:t>
          </a:r>
        </a:p>
      </dgm:t>
    </dgm:pt>
    <dgm:pt modelId="{A2C32B72-6C75-4D1A-82DA-B88318E18EA7}" type="parTrans" cxnId="{AFA10395-980E-4F9D-BE8F-A4DE7DF141CA}">
      <dgm:prSet/>
      <dgm:spPr/>
      <dgm:t>
        <a:bodyPr/>
        <a:lstStyle/>
        <a:p>
          <a:endParaRPr lang="en-US"/>
        </a:p>
      </dgm:t>
    </dgm:pt>
    <dgm:pt modelId="{DA90EFAF-F83B-4E17-B35A-AE12F48A6A5F}" type="sibTrans" cxnId="{AFA10395-980E-4F9D-BE8F-A4DE7DF141CA}">
      <dgm:prSet/>
      <dgm:spPr/>
      <dgm:t>
        <a:bodyPr/>
        <a:lstStyle/>
        <a:p>
          <a:endParaRPr lang="en-US"/>
        </a:p>
      </dgm:t>
    </dgm:pt>
    <dgm:pt modelId="{F4E9671D-9BE1-4C1F-90E9-F5AF26EA93CA}" type="pres">
      <dgm:prSet presAssocID="{11DDDBA7-8AD9-4E3A-B4A0-9B78DBEB5745}" presName="root" presStyleCnt="0">
        <dgm:presLayoutVars>
          <dgm:dir/>
          <dgm:resizeHandles val="exact"/>
        </dgm:presLayoutVars>
      </dgm:prSet>
      <dgm:spPr/>
    </dgm:pt>
    <dgm:pt modelId="{A25F4391-60C0-4E92-9E2F-1A3B05649330}" type="pres">
      <dgm:prSet presAssocID="{4E7CC3A0-4E5C-4019-BD06-AE811E75EAA9}" presName="compNode" presStyleCnt="0"/>
      <dgm:spPr/>
    </dgm:pt>
    <dgm:pt modelId="{D3F9A03D-37B4-40BD-9A12-6499894AF244}" type="pres">
      <dgm:prSet presAssocID="{4E7CC3A0-4E5C-4019-BD06-AE811E75EAA9}" presName="bgRect" presStyleLbl="bgShp" presStyleIdx="0" presStyleCnt="4"/>
      <dgm:spPr/>
    </dgm:pt>
    <dgm:pt modelId="{596C6286-C635-4824-B3AA-C7AFE9380135}" type="pres">
      <dgm:prSet presAssocID="{4E7CC3A0-4E5C-4019-BD06-AE811E75EAA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B36CD06-F501-4BB6-BCFD-F4325FF2066F}" type="pres">
      <dgm:prSet presAssocID="{4E7CC3A0-4E5C-4019-BD06-AE811E75EAA9}" presName="spaceRect" presStyleCnt="0"/>
      <dgm:spPr/>
    </dgm:pt>
    <dgm:pt modelId="{13CFC007-A6DE-4C33-99AE-4C1DB04B1198}" type="pres">
      <dgm:prSet presAssocID="{4E7CC3A0-4E5C-4019-BD06-AE811E75EAA9}" presName="parTx" presStyleLbl="revTx" presStyleIdx="0" presStyleCnt="4">
        <dgm:presLayoutVars>
          <dgm:chMax val="0"/>
          <dgm:chPref val="0"/>
        </dgm:presLayoutVars>
      </dgm:prSet>
      <dgm:spPr/>
    </dgm:pt>
    <dgm:pt modelId="{32D4AD31-26A0-44B7-800B-78FEA16136CB}" type="pres">
      <dgm:prSet presAssocID="{D0AB2B0E-A895-447F-938C-04691596253A}" presName="sibTrans" presStyleCnt="0"/>
      <dgm:spPr/>
    </dgm:pt>
    <dgm:pt modelId="{CA4F7294-1C3E-4E1D-A52E-2B52968392B0}" type="pres">
      <dgm:prSet presAssocID="{C31BAFD7-830B-4909-A3B0-6B1CCF824123}" presName="compNode" presStyleCnt="0"/>
      <dgm:spPr/>
    </dgm:pt>
    <dgm:pt modelId="{775F83C4-77AE-4195-986D-E1E21C5A2926}" type="pres">
      <dgm:prSet presAssocID="{C31BAFD7-830B-4909-A3B0-6B1CCF824123}" presName="bgRect" presStyleLbl="bgShp" presStyleIdx="1" presStyleCnt="4"/>
      <dgm:spPr/>
    </dgm:pt>
    <dgm:pt modelId="{93067499-4BAA-4291-90C1-5938918EF0A7}" type="pres">
      <dgm:prSet presAssocID="{C31BAFD7-830B-4909-A3B0-6B1CCF8241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CA9B71C-E350-4E69-B13A-5AB9244E2E2C}" type="pres">
      <dgm:prSet presAssocID="{C31BAFD7-830B-4909-A3B0-6B1CCF824123}" presName="spaceRect" presStyleCnt="0"/>
      <dgm:spPr/>
    </dgm:pt>
    <dgm:pt modelId="{906EB36A-4D12-4C3F-9347-C3497AC070AC}" type="pres">
      <dgm:prSet presAssocID="{C31BAFD7-830B-4909-A3B0-6B1CCF824123}" presName="parTx" presStyleLbl="revTx" presStyleIdx="1" presStyleCnt="4">
        <dgm:presLayoutVars>
          <dgm:chMax val="0"/>
          <dgm:chPref val="0"/>
        </dgm:presLayoutVars>
      </dgm:prSet>
      <dgm:spPr/>
    </dgm:pt>
    <dgm:pt modelId="{F57568EB-9494-4E83-9FA5-FF57B0B1E651}" type="pres">
      <dgm:prSet presAssocID="{41549452-5353-4B89-9975-1CBD6B35FBBB}" presName="sibTrans" presStyleCnt="0"/>
      <dgm:spPr/>
    </dgm:pt>
    <dgm:pt modelId="{8AD5F87E-6D7D-4209-997F-17A1F1B10CD3}" type="pres">
      <dgm:prSet presAssocID="{7E138768-ACE3-4010-A5DE-FEBE714C575C}" presName="compNode" presStyleCnt="0"/>
      <dgm:spPr/>
    </dgm:pt>
    <dgm:pt modelId="{C7A24976-DA3A-4301-B5B1-E7557E8157BE}" type="pres">
      <dgm:prSet presAssocID="{7E138768-ACE3-4010-A5DE-FEBE714C575C}" presName="bgRect" presStyleLbl="bgShp" presStyleIdx="2" presStyleCnt="4"/>
      <dgm:spPr/>
    </dgm:pt>
    <dgm:pt modelId="{C0182958-B3DE-4851-80D3-8350AC937FA2}" type="pres">
      <dgm:prSet presAssocID="{7E138768-ACE3-4010-A5DE-FEBE714C57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34A4B01-D152-438F-ADF2-4C0CE261ADFF}" type="pres">
      <dgm:prSet presAssocID="{7E138768-ACE3-4010-A5DE-FEBE714C575C}" presName="spaceRect" presStyleCnt="0"/>
      <dgm:spPr/>
    </dgm:pt>
    <dgm:pt modelId="{E99283C6-F41A-4231-B177-2B8C3F43095E}" type="pres">
      <dgm:prSet presAssocID="{7E138768-ACE3-4010-A5DE-FEBE714C575C}" presName="parTx" presStyleLbl="revTx" presStyleIdx="2" presStyleCnt="4">
        <dgm:presLayoutVars>
          <dgm:chMax val="0"/>
          <dgm:chPref val="0"/>
        </dgm:presLayoutVars>
      </dgm:prSet>
      <dgm:spPr/>
    </dgm:pt>
    <dgm:pt modelId="{D45CC946-698B-4F33-B73F-F478A37DD04E}" type="pres">
      <dgm:prSet presAssocID="{8493D3A7-64E6-43DE-B718-8B25008B88D7}" presName="sibTrans" presStyleCnt="0"/>
      <dgm:spPr/>
    </dgm:pt>
    <dgm:pt modelId="{F5DB6AAF-881F-4622-990F-499F92E060E5}" type="pres">
      <dgm:prSet presAssocID="{E19940DE-8F7B-43D2-BDCE-7C273FB46118}" presName="compNode" presStyleCnt="0"/>
      <dgm:spPr/>
    </dgm:pt>
    <dgm:pt modelId="{E6DAC40C-E0E3-4A72-981C-DB452405D9E0}" type="pres">
      <dgm:prSet presAssocID="{E19940DE-8F7B-43D2-BDCE-7C273FB46118}" presName="bgRect" presStyleLbl="bgShp" presStyleIdx="3" presStyleCnt="4"/>
      <dgm:spPr/>
    </dgm:pt>
    <dgm:pt modelId="{4CD4AF39-FF14-4795-A232-481C0156AFB1}" type="pres">
      <dgm:prSet presAssocID="{E19940DE-8F7B-43D2-BDCE-7C273FB4611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9046F88-5B96-4519-87A3-6B5B0A10E951}" type="pres">
      <dgm:prSet presAssocID="{E19940DE-8F7B-43D2-BDCE-7C273FB46118}" presName="spaceRect" presStyleCnt="0"/>
      <dgm:spPr/>
    </dgm:pt>
    <dgm:pt modelId="{9AEB97CD-84FC-48C5-A324-715E1965322F}" type="pres">
      <dgm:prSet presAssocID="{E19940DE-8F7B-43D2-BDCE-7C273FB4611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22765C-E646-4AAC-8C98-4D41DF89C50B}" type="presOf" srcId="{4E7CC3A0-4E5C-4019-BD06-AE811E75EAA9}" destId="{13CFC007-A6DE-4C33-99AE-4C1DB04B1198}" srcOrd="0" destOrd="0" presId="urn:microsoft.com/office/officeart/2018/2/layout/IconVerticalSolidList"/>
    <dgm:cxn modelId="{78813861-A57D-4FB4-8A2E-5C3D89323006}" type="presOf" srcId="{C31BAFD7-830B-4909-A3B0-6B1CCF824123}" destId="{906EB36A-4D12-4C3F-9347-C3497AC070AC}" srcOrd="0" destOrd="0" presId="urn:microsoft.com/office/officeart/2018/2/layout/IconVerticalSolidList"/>
    <dgm:cxn modelId="{2FB18345-96A4-4AB6-9C95-69EAC326C5C9}" srcId="{11DDDBA7-8AD9-4E3A-B4A0-9B78DBEB5745}" destId="{7E138768-ACE3-4010-A5DE-FEBE714C575C}" srcOrd="2" destOrd="0" parTransId="{C8391B8E-94CD-4475-9FCF-02B7E68B1FE3}" sibTransId="{8493D3A7-64E6-43DE-B718-8B25008B88D7}"/>
    <dgm:cxn modelId="{508F6552-4BF7-4F5F-ABBB-178F32FB7A11}" type="presOf" srcId="{11DDDBA7-8AD9-4E3A-B4A0-9B78DBEB5745}" destId="{F4E9671D-9BE1-4C1F-90E9-F5AF26EA93CA}" srcOrd="0" destOrd="0" presId="urn:microsoft.com/office/officeart/2018/2/layout/IconVerticalSolidList"/>
    <dgm:cxn modelId="{B109288E-1C50-4E0C-B73F-043D28686783}" srcId="{11DDDBA7-8AD9-4E3A-B4A0-9B78DBEB5745}" destId="{C31BAFD7-830B-4909-A3B0-6B1CCF824123}" srcOrd="1" destOrd="0" parTransId="{349E85DE-20C6-40F7-8012-091F34EA1B76}" sibTransId="{41549452-5353-4B89-9975-1CBD6B35FBBB}"/>
    <dgm:cxn modelId="{AFA10395-980E-4F9D-BE8F-A4DE7DF141CA}" srcId="{11DDDBA7-8AD9-4E3A-B4A0-9B78DBEB5745}" destId="{E19940DE-8F7B-43D2-BDCE-7C273FB46118}" srcOrd="3" destOrd="0" parTransId="{A2C32B72-6C75-4D1A-82DA-B88318E18EA7}" sibTransId="{DA90EFAF-F83B-4E17-B35A-AE12F48A6A5F}"/>
    <dgm:cxn modelId="{89090ED5-DBDC-443D-B387-ADFCD14C7DD6}" srcId="{11DDDBA7-8AD9-4E3A-B4A0-9B78DBEB5745}" destId="{4E7CC3A0-4E5C-4019-BD06-AE811E75EAA9}" srcOrd="0" destOrd="0" parTransId="{7ED45ECE-50FA-4E94-8431-2B2CC2534454}" sibTransId="{D0AB2B0E-A895-447F-938C-04691596253A}"/>
    <dgm:cxn modelId="{0B7877DC-1172-48CF-B7E6-CA3789EC020B}" type="presOf" srcId="{7E138768-ACE3-4010-A5DE-FEBE714C575C}" destId="{E99283C6-F41A-4231-B177-2B8C3F43095E}" srcOrd="0" destOrd="0" presId="urn:microsoft.com/office/officeart/2018/2/layout/IconVerticalSolidList"/>
    <dgm:cxn modelId="{9679C5F0-2145-45C6-AF79-471A12FEFB2D}" type="presOf" srcId="{E19940DE-8F7B-43D2-BDCE-7C273FB46118}" destId="{9AEB97CD-84FC-48C5-A324-715E1965322F}" srcOrd="0" destOrd="0" presId="urn:microsoft.com/office/officeart/2018/2/layout/IconVerticalSolidList"/>
    <dgm:cxn modelId="{3E63E733-10B3-4004-B105-6D5C21884A2E}" type="presParOf" srcId="{F4E9671D-9BE1-4C1F-90E9-F5AF26EA93CA}" destId="{A25F4391-60C0-4E92-9E2F-1A3B05649330}" srcOrd="0" destOrd="0" presId="urn:microsoft.com/office/officeart/2018/2/layout/IconVerticalSolidList"/>
    <dgm:cxn modelId="{1EA448C2-CB3E-4754-B15F-4B000A684E71}" type="presParOf" srcId="{A25F4391-60C0-4E92-9E2F-1A3B05649330}" destId="{D3F9A03D-37B4-40BD-9A12-6499894AF244}" srcOrd="0" destOrd="0" presId="urn:microsoft.com/office/officeart/2018/2/layout/IconVerticalSolidList"/>
    <dgm:cxn modelId="{54CEA9A1-BF9D-49B1-9BB4-5BA1B615A635}" type="presParOf" srcId="{A25F4391-60C0-4E92-9E2F-1A3B05649330}" destId="{596C6286-C635-4824-B3AA-C7AFE9380135}" srcOrd="1" destOrd="0" presId="urn:microsoft.com/office/officeart/2018/2/layout/IconVerticalSolidList"/>
    <dgm:cxn modelId="{545E5734-0EE1-48F8-938B-5A7919CCC124}" type="presParOf" srcId="{A25F4391-60C0-4E92-9E2F-1A3B05649330}" destId="{CB36CD06-F501-4BB6-BCFD-F4325FF2066F}" srcOrd="2" destOrd="0" presId="urn:microsoft.com/office/officeart/2018/2/layout/IconVerticalSolidList"/>
    <dgm:cxn modelId="{4D8511B7-C4F4-4D22-B697-75CDDDC5BB33}" type="presParOf" srcId="{A25F4391-60C0-4E92-9E2F-1A3B05649330}" destId="{13CFC007-A6DE-4C33-99AE-4C1DB04B1198}" srcOrd="3" destOrd="0" presId="urn:microsoft.com/office/officeart/2018/2/layout/IconVerticalSolidList"/>
    <dgm:cxn modelId="{785F9CD3-220A-448D-B074-6DA18FA87169}" type="presParOf" srcId="{F4E9671D-9BE1-4C1F-90E9-F5AF26EA93CA}" destId="{32D4AD31-26A0-44B7-800B-78FEA16136CB}" srcOrd="1" destOrd="0" presId="urn:microsoft.com/office/officeart/2018/2/layout/IconVerticalSolidList"/>
    <dgm:cxn modelId="{F72D01B1-20F5-430A-AE56-EBDEFA8422F9}" type="presParOf" srcId="{F4E9671D-9BE1-4C1F-90E9-F5AF26EA93CA}" destId="{CA4F7294-1C3E-4E1D-A52E-2B52968392B0}" srcOrd="2" destOrd="0" presId="urn:microsoft.com/office/officeart/2018/2/layout/IconVerticalSolidList"/>
    <dgm:cxn modelId="{5AF5BFE6-A950-49ED-9818-203C3A8F9825}" type="presParOf" srcId="{CA4F7294-1C3E-4E1D-A52E-2B52968392B0}" destId="{775F83C4-77AE-4195-986D-E1E21C5A2926}" srcOrd="0" destOrd="0" presId="urn:microsoft.com/office/officeart/2018/2/layout/IconVerticalSolidList"/>
    <dgm:cxn modelId="{B6892004-8D5E-42F0-9CAF-FD50F0E54255}" type="presParOf" srcId="{CA4F7294-1C3E-4E1D-A52E-2B52968392B0}" destId="{93067499-4BAA-4291-90C1-5938918EF0A7}" srcOrd="1" destOrd="0" presId="urn:microsoft.com/office/officeart/2018/2/layout/IconVerticalSolidList"/>
    <dgm:cxn modelId="{19AF22F2-A312-4805-9E32-E1ACED65F352}" type="presParOf" srcId="{CA4F7294-1C3E-4E1D-A52E-2B52968392B0}" destId="{5CA9B71C-E350-4E69-B13A-5AB9244E2E2C}" srcOrd="2" destOrd="0" presId="urn:microsoft.com/office/officeart/2018/2/layout/IconVerticalSolidList"/>
    <dgm:cxn modelId="{D52F47A6-2FE1-4A39-9619-7708D65DF86F}" type="presParOf" srcId="{CA4F7294-1C3E-4E1D-A52E-2B52968392B0}" destId="{906EB36A-4D12-4C3F-9347-C3497AC070AC}" srcOrd="3" destOrd="0" presId="urn:microsoft.com/office/officeart/2018/2/layout/IconVerticalSolidList"/>
    <dgm:cxn modelId="{4E58F3D5-FF98-4B44-838C-4AB082F28E74}" type="presParOf" srcId="{F4E9671D-9BE1-4C1F-90E9-F5AF26EA93CA}" destId="{F57568EB-9494-4E83-9FA5-FF57B0B1E651}" srcOrd="3" destOrd="0" presId="urn:microsoft.com/office/officeart/2018/2/layout/IconVerticalSolidList"/>
    <dgm:cxn modelId="{2523B713-2B73-4F20-80A4-D219786CD2F8}" type="presParOf" srcId="{F4E9671D-9BE1-4C1F-90E9-F5AF26EA93CA}" destId="{8AD5F87E-6D7D-4209-997F-17A1F1B10CD3}" srcOrd="4" destOrd="0" presId="urn:microsoft.com/office/officeart/2018/2/layout/IconVerticalSolidList"/>
    <dgm:cxn modelId="{4D9F0462-EA84-4F18-AE5E-52950EDCBCA5}" type="presParOf" srcId="{8AD5F87E-6D7D-4209-997F-17A1F1B10CD3}" destId="{C7A24976-DA3A-4301-B5B1-E7557E8157BE}" srcOrd="0" destOrd="0" presId="urn:microsoft.com/office/officeart/2018/2/layout/IconVerticalSolidList"/>
    <dgm:cxn modelId="{C136D846-F7B5-49C2-9C3D-99817F7020F1}" type="presParOf" srcId="{8AD5F87E-6D7D-4209-997F-17A1F1B10CD3}" destId="{C0182958-B3DE-4851-80D3-8350AC937FA2}" srcOrd="1" destOrd="0" presId="urn:microsoft.com/office/officeart/2018/2/layout/IconVerticalSolidList"/>
    <dgm:cxn modelId="{1213272C-64C4-49D4-8CA0-40FBFE8E3D66}" type="presParOf" srcId="{8AD5F87E-6D7D-4209-997F-17A1F1B10CD3}" destId="{234A4B01-D152-438F-ADF2-4C0CE261ADFF}" srcOrd="2" destOrd="0" presId="urn:microsoft.com/office/officeart/2018/2/layout/IconVerticalSolidList"/>
    <dgm:cxn modelId="{816E7B50-C882-4649-AA72-B19E64998D29}" type="presParOf" srcId="{8AD5F87E-6D7D-4209-997F-17A1F1B10CD3}" destId="{E99283C6-F41A-4231-B177-2B8C3F43095E}" srcOrd="3" destOrd="0" presId="urn:microsoft.com/office/officeart/2018/2/layout/IconVerticalSolidList"/>
    <dgm:cxn modelId="{37CBF05B-A215-4191-9399-76A4AB320CA4}" type="presParOf" srcId="{F4E9671D-9BE1-4C1F-90E9-F5AF26EA93CA}" destId="{D45CC946-698B-4F33-B73F-F478A37DD04E}" srcOrd="5" destOrd="0" presId="urn:microsoft.com/office/officeart/2018/2/layout/IconVerticalSolidList"/>
    <dgm:cxn modelId="{52BE4E6F-2A66-4B7A-B05F-4D5CBAA2F2FC}" type="presParOf" srcId="{F4E9671D-9BE1-4C1F-90E9-F5AF26EA93CA}" destId="{F5DB6AAF-881F-4622-990F-499F92E060E5}" srcOrd="6" destOrd="0" presId="urn:microsoft.com/office/officeart/2018/2/layout/IconVerticalSolidList"/>
    <dgm:cxn modelId="{BB6751C9-16D9-4E00-8620-47D58FB47781}" type="presParOf" srcId="{F5DB6AAF-881F-4622-990F-499F92E060E5}" destId="{E6DAC40C-E0E3-4A72-981C-DB452405D9E0}" srcOrd="0" destOrd="0" presId="urn:microsoft.com/office/officeart/2018/2/layout/IconVerticalSolidList"/>
    <dgm:cxn modelId="{3D0A0390-7C05-4709-ABD6-E6E95A175E44}" type="presParOf" srcId="{F5DB6AAF-881F-4622-990F-499F92E060E5}" destId="{4CD4AF39-FF14-4795-A232-481C0156AFB1}" srcOrd="1" destOrd="0" presId="urn:microsoft.com/office/officeart/2018/2/layout/IconVerticalSolidList"/>
    <dgm:cxn modelId="{FF573998-4CD9-4EA2-A6AC-9A7E68FD314C}" type="presParOf" srcId="{F5DB6AAF-881F-4622-990F-499F92E060E5}" destId="{69046F88-5B96-4519-87A3-6B5B0A10E951}" srcOrd="2" destOrd="0" presId="urn:microsoft.com/office/officeart/2018/2/layout/IconVerticalSolidList"/>
    <dgm:cxn modelId="{CE385737-FE2A-4871-86B5-13322C199CA4}" type="presParOf" srcId="{F5DB6AAF-881F-4622-990F-499F92E060E5}" destId="{9AEB97CD-84FC-48C5-A324-715E196532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2A9EC3-66F3-4052-A850-BF477687F2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A2EC33-A362-4ED8-AFDF-BA1273236EDA}">
      <dgm:prSet/>
      <dgm:spPr/>
      <dgm:t>
        <a:bodyPr/>
        <a:lstStyle/>
        <a:p>
          <a:r>
            <a:rPr lang="en-US"/>
            <a:t>Centralized data control and faster access.</a:t>
          </a:r>
        </a:p>
      </dgm:t>
    </dgm:pt>
    <dgm:pt modelId="{91B6C595-485C-4BE6-8042-969D0EAD1777}" type="parTrans" cxnId="{1C5CDF28-BAA9-457A-958F-DB1EB69DCE2C}">
      <dgm:prSet/>
      <dgm:spPr/>
      <dgm:t>
        <a:bodyPr/>
        <a:lstStyle/>
        <a:p>
          <a:endParaRPr lang="en-US"/>
        </a:p>
      </dgm:t>
    </dgm:pt>
    <dgm:pt modelId="{69988D65-218E-42C1-A8AE-F0600A38B1A8}" type="sibTrans" cxnId="{1C5CDF28-BAA9-457A-958F-DB1EB69DCE2C}">
      <dgm:prSet/>
      <dgm:spPr/>
      <dgm:t>
        <a:bodyPr/>
        <a:lstStyle/>
        <a:p>
          <a:endParaRPr lang="en-US"/>
        </a:p>
      </dgm:t>
    </dgm:pt>
    <dgm:pt modelId="{381E3F7C-FF7C-4355-B702-7B9E1F43D257}">
      <dgm:prSet/>
      <dgm:spPr/>
      <dgm:t>
        <a:bodyPr/>
        <a:lstStyle/>
        <a:p>
          <a:r>
            <a:rPr lang="en-US"/>
            <a:t>Ensures reliability, scalability, and security.</a:t>
          </a:r>
        </a:p>
      </dgm:t>
    </dgm:pt>
    <dgm:pt modelId="{1B7D7603-7F09-452B-B2B9-69AA6E06957E}" type="parTrans" cxnId="{6A29FABA-F12D-4271-95EB-77525C9633F8}">
      <dgm:prSet/>
      <dgm:spPr/>
      <dgm:t>
        <a:bodyPr/>
        <a:lstStyle/>
        <a:p>
          <a:endParaRPr lang="en-US"/>
        </a:p>
      </dgm:t>
    </dgm:pt>
    <dgm:pt modelId="{A015938D-0BCD-48F0-BEB1-20264BC5BF8C}" type="sibTrans" cxnId="{6A29FABA-F12D-4271-95EB-77525C9633F8}">
      <dgm:prSet/>
      <dgm:spPr/>
      <dgm:t>
        <a:bodyPr/>
        <a:lstStyle/>
        <a:p>
          <a:endParaRPr lang="en-US"/>
        </a:p>
      </dgm:t>
    </dgm:pt>
    <dgm:pt modelId="{05707A74-5560-49AC-A6A7-3166B417A4A8}">
      <dgm:prSet/>
      <dgm:spPr/>
      <dgm:t>
        <a:bodyPr/>
        <a:lstStyle/>
        <a:p>
          <a:r>
            <a:rPr lang="en-US"/>
            <a:t>Supports business intelligence and analytics.</a:t>
          </a:r>
        </a:p>
      </dgm:t>
    </dgm:pt>
    <dgm:pt modelId="{AF96B0ED-CED3-435A-8389-8080E42CE42F}" type="parTrans" cxnId="{431327E4-550F-4107-AA68-4F98A22C8CAC}">
      <dgm:prSet/>
      <dgm:spPr/>
      <dgm:t>
        <a:bodyPr/>
        <a:lstStyle/>
        <a:p>
          <a:endParaRPr lang="en-US"/>
        </a:p>
      </dgm:t>
    </dgm:pt>
    <dgm:pt modelId="{1237C278-2183-4F1D-A7BC-9FCC0C089B96}" type="sibTrans" cxnId="{431327E4-550F-4107-AA68-4F98A22C8CAC}">
      <dgm:prSet/>
      <dgm:spPr/>
      <dgm:t>
        <a:bodyPr/>
        <a:lstStyle/>
        <a:p>
          <a:endParaRPr lang="en-US"/>
        </a:p>
      </dgm:t>
    </dgm:pt>
    <dgm:pt modelId="{3F5BCAE5-6A0C-4F65-A559-6C8B8463ED15}">
      <dgm:prSet/>
      <dgm:spPr/>
      <dgm:t>
        <a:bodyPr/>
        <a:lstStyle/>
        <a:p>
          <a:r>
            <a:rPr lang="en-US"/>
            <a:t>Improves productivity by automating record management.</a:t>
          </a:r>
        </a:p>
      </dgm:t>
    </dgm:pt>
    <dgm:pt modelId="{F043C436-5B14-4FB7-82B2-70764CEED759}" type="parTrans" cxnId="{DE5193BD-C58E-4364-82F3-4F6A5E9302D7}">
      <dgm:prSet/>
      <dgm:spPr/>
      <dgm:t>
        <a:bodyPr/>
        <a:lstStyle/>
        <a:p>
          <a:endParaRPr lang="en-US"/>
        </a:p>
      </dgm:t>
    </dgm:pt>
    <dgm:pt modelId="{63C4F63D-F8DA-4DC0-82F9-C2D811240B23}" type="sibTrans" cxnId="{DE5193BD-C58E-4364-82F3-4F6A5E9302D7}">
      <dgm:prSet/>
      <dgm:spPr/>
      <dgm:t>
        <a:bodyPr/>
        <a:lstStyle/>
        <a:p>
          <a:endParaRPr lang="en-US"/>
        </a:p>
      </dgm:t>
    </dgm:pt>
    <dgm:pt modelId="{C669D7AF-C68D-40D3-8BB6-453A7A28AD16}" type="pres">
      <dgm:prSet presAssocID="{B72A9EC3-66F3-4052-A850-BF477687F29F}" presName="root" presStyleCnt="0">
        <dgm:presLayoutVars>
          <dgm:dir/>
          <dgm:resizeHandles val="exact"/>
        </dgm:presLayoutVars>
      </dgm:prSet>
      <dgm:spPr/>
    </dgm:pt>
    <dgm:pt modelId="{36A3D3A9-48B8-45FA-AD6B-05E7F41D6074}" type="pres">
      <dgm:prSet presAssocID="{DDA2EC33-A362-4ED8-AFDF-BA1273236EDA}" presName="compNode" presStyleCnt="0"/>
      <dgm:spPr/>
    </dgm:pt>
    <dgm:pt modelId="{BD8579F8-A8D5-4573-93AB-AC81A5F7E290}" type="pres">
      <dgm:prSet presAssocID="{DDA2EC33-A362-4ED8-AFDF-BA1273236EDA}" presName="bgRect" presStyleLbl="bgShp" presStyleIdx="0" presStyleCnt="4"/>
      <dgm:spPr/>
    </dgm:pt>
    <dgm:pt modelId="{C271B2F3-C310-4653-BCCA-34B0EEB06619}" type="pres">
      <dgm:prSet presAssocID="{DDA2EC33-A362-4ED8-AFDF-BA1273236ED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1B50BF9-98FB-4A4F-B72A-0C588B577536}" type="pres">
      <dgm:prSet presAssocID="{DDA2EC33-A362-4ED8-AFDF-BA1273236EDA}" presName="spaceRect" presStyleCnt="0"/>
      <dgm:spPr/>
    </dgm:pt>
    <dgm:pt modelId="{E622CCC3-E921-4642-97F9-FEEF53023FF1}" type="pres">
      <dgm:prSet presAssocID="{DDA2EC33-A362-4ED8-AFDF-BA1273236EDA}" presName="parTx" presStyleLbl="revTx" presStyleIdx="0" presStyleCnt="4">
        <dgm:presLayoutVars>
          <dgm:chMax val="0"/>
          <dgm:chPref val="0"/>
        </dgm:presLayoutVars>
      </dgm:prSet>
      <dgm:spPr/>
    </dgm:pt>
    <dgm:pt modelId="{639E8867-6DA1-49FD-BA79-410D1737DF19}" type="pres">
      <dgm:prSet presAssocID="{69988D65-218E-42C1-A8AE-F0600A38B1A8}" presName="sibTrans" presStyleCnt="0"/>
      <dgm:spPr/>
    </dgm:pt>
    <dgm:pt modelId="{A75AB4A9-5A77-4591-8D74-FC76E4501D80}" type="pres">
      <dgm:prSet presAssocID="{381E3F7C-FF7C-4355-B702-7B9E1F43D257}" presName="compNode" presStyleCnt="0"/>
      <dgm:spPr/>
    </dgm:pt>
    <dgm:pt modelId="{8DCAAF74-B2DA-4C01-B56D-E5CC36BBFA8F}" type="pres">
      <dgm:prSet presAssocID="{381E3F7C-FF7C-4355-B702-7B9E1F43D257}" presName="bgRect" presStyleLbl="bgShp" presStyleIdx="1" presStyleCnt="4"/>
      <dgm:spPr/>
    </dgm:pt>
    <dgm:pt modelId="{8E5F0AAA-9357-4384-9AE6-6337F5CCECA8}" type="pres">
      <dgm:prSet presAssocID="{381E3F7C-FF7C-4355-B702-7B9E1F43D2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708EA71-6638-4BD8-AA34-0E832837807A}" type="pres">
      <dgm:prSet presAssocID="{381E3F7C-FF7C-4355-B702-7B9E1F43D257}" presName="spaceRect" presStyleCnt="0"/>
      <dgm:spPr/>
    </dgm:pt>
    <dgm:pt modelId="{51B18C29-1046-4605-A377-C8F34EDCAFD6}" type="pres">
      <dgm:prSet presAssocID="{381E3F7C-FF7C-4355-B702-7B9E1F43D257}" presName="parTx" presStyleLbl="revTx" presStyleIdx="1" presStyleCnt="4">
        <dgm:presLayoutVars>
          <dgm:chMax val="0"/>
          <dgm:chPref val="0"/>
        </dgm:presLayoutVars>
      </dgm:prSet>
      <dgm:spPr/>
    </dgm:pt>
    <dgm:pt modelId="{32651FD5-7E06-4123-8522-F53AC2C135E8}" type="pres">
      <dgm:prSet presAssocID="{A015938D-0BCD-48F0-BEB1-20264BC5BF8C}" presName="sibTrans" presStyleCnt="0"/>
      <dgm:spPr/>
    </dgm:pt>
    <dgm:pt modelId="{6F017DE7-FC32-42AD-848A-AA71BACC3269}" type="pres">
      <dgm:prSet presAssocID="{05707A74-5560-49AC-A6A7-3166B417A4A8}" presName="compNode" presStyleCnt="0"/>
      <dgm:spPr/>
    </dgm:pt>
    <dgm:pt modelId="{196BC5B5-9F18-47CB-AC37-6FADCC90AC3C}" type="pres">
      <dgm:prSet presAssocID="{05707A74-5560-49AC-A6A7-3166B417A4A8}" presName="bgRect" presStyleLbl="bgShp" presStyleIdx="2" presStyleCnt="4"/>
      <dgm:spPr/>
    </dgm:pt>
    <dgm:pt modelId="{64493355-6ED1-47DE-BF93-5AEA4F35EA52}" type="pres">
      <dgm:prSet presAssocID="{05707A74-5560-49AC-A6A7-3166B417A4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5FCD4D9-55D8-41FC-BA0E-87A62484EA6B}" type="pres">
      <dgm:prSet presAssocID="{05707A74-5560-49AC-A6A7-3166B417A4A8}" presName="spaceRect" presStyleCnt="0"/>
      <dgm:spPr/>
    </dgm:pt>
    <dgm:pt modelId="{98A535A2-891A-42C7-8D67-B7C04C99B337}" type="pres">
      <dgm:prSet presAssocID="{05707A74-5560-49AC-A6A7-3166B417A4A8}" presName="parTx" presStyleLbl="revTx" presStyleIdx="2" presStyleCnt="4">
        <dgm:presLayoutVars>
          <dgm:chMax val="0"/>
          <dgm:chPref val="0"/>
        </dgm:presLayoutVars>
      </dgm:prSet>
      <dgm:spPr/>
    </dgm:pt>
    <dgm:pt modelId="{9C96EBF8-82CC-487A-88D2-7ABDC8D34267}" type="pres">
      <dgm:prSet presAssocID="{1237C278-2183-4F1D-A7BC-9FCC0C089B96}" presName="sibTrans" presStyleCnt="0"/>
      <dgm:spPr/>
    </dgm:pt>
    <dgm:pt modelId="{F1B8ABEE-1476-4F76-BC9E-847D6C1981C7}" type="pres">
      <dgm:prSet presAssocID="{3F5BCAE5-6A0C-4F65-A559-6C8B8463ED15}" presName="compNode" presStyleCnt="0"/>
      <dgm:spPr/>
    </dgm:pt>
    <dgm:pt modelId="{AAEFDB8E-2DA5-43EF-9B4F-8C5657072693}" type="pres">
      <dgm:prSet presAssocID="{3F5BCAE5-6A0C-4F65-A559-6C8B8463ED15}" presName="bgRect" presStyleLbl="bgShp" presStyleIdx="3" presStyleCnt="4"/>
      <dgm:spPr/>
    </dgm:pt>
    <dgm:pt modelId="{50A82F96-F147-4AA0-9EA7-E0819ECC3F1F}" type="pres">
      <dgm:prSet presAssocID="{3F5BCAE5-6A0C-4F65-A559-6C8B8463ED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60C5794-DCF6-48F6-A45F-0271487E2E66}" type="pres">
      <dgm:prSet presAssocID="{3F5BCAE5-6A0C-4F65-A559-6C8B8463ED15}" presName="spaceRect" presStyleCnt="0"/>
      <dgm:spPr/>
    </dgm:pt>
    <dgm:pt modelId="{BA7C1CA4-5A3D-448D-A911-918225E6D137}" type="pres">
      <dgm:prSet presAssocID="{3F5BCAE5-6A0C-4F65-A559-6C8B8463ED1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60DF17-C432-4E62-AF5C-7311E774D69E}" type="presOf" srcId="{05707A74-5560-49AC-A6A7-3166B417A4A8}" destId="{98A535A2-891A-42C7-8D67-B7C04C99B337}" srcOrd="0" destOrd="0" presId="urn:microsoft.com/office/officeart/2018/2/layout/IconVerticalSolidList"/>
    <dgm:cxn modelId="{A1963722-F734-4A9A-9547-4FF724AAB3FF}" type="presOf" srcId="{381E3F7C-FF7C-4355-B702-7B9E1F43D257}" destId="{51B18C29-1046-4605-A377-C8F34EDCAFD6}" srcOrd="0" destOrd="0" presId="urn:microsoft.com/office/officeart/2018/2/layout/IconVerticalSolidList"/>
    <dgm:cxn modelId="{1C5CDF28-BAA9-457A-958F-DB1EB69DCE2C}" srcId="{B72A9EC3-66F3-4052-A850-BF477687F29F}" destId="{DDA2EC33-A362-4ED8-AFDF-BA1273236EDA}" srcOrd="0" destOrd="0" parTransId="{91B6C595-485C-4BE6-8042-969D0EAD1777}" sibTransId="{69988D65-218E-42C1-A8AE-F0600A38B1A8}"/>
    <dgm:cxn modelId="{AAC3BD74-62A8-41D9-AC71-930FA54F8AF9}" type="presOf" srcId="{DDA2EC33-A362-4ED8-AFDF-BA1273236EDA}" destId="{E622CCC3-E921-4642-97F9-FEEF53023FF1}" srcOrd="0" destOrd="0" presId="urn:microsoft.com/office/officeart/2018/2/layout/IconVerticalSolidList"/>
    <dgm:cxn modelId="{F8E2B6A4-DD64-49B2-AA51-F6FFD813A986}" type="presOf" srcId="{3F5BCAE5-6A0C-4F65-A559-6C8B8463ED15}" destId="{BA7C1CA4-5A3D-448D-A911-918225E6D137}" srcOrd="0" destOrd="0" presId="urn:microsoft.com/office/officeart/2018/2/layout/IconVerticalSolidList"/>
    <dgm:cxn modelId="{6A29FABA-F12D-4271-95EB-77525C9633F8}" srcId="{B72A9EC3-66F3-4052-A850-BF477687F29F}" destId="{381E3F7C-FF7C-4355-B702-7B9E1F43D257}" srcOrd="1" destOrd="0" parTransId="{1B7D7603-7F09-452B-B2B9-69AA6E06957E}" sibTransId="{A015938D-0BCD-48F0-BEB1-20264BC5BF8C}"/>
    <dgm:cxn modelId="{DE5193BD-C58E-4364-82F3-4F6A5E9302D7}" srcId="{B72A9EC3-66F3-4052-A850-BF477687F29F}" destId="{3F5BCAE5-6A0C-4F65-A559-6C8B8463ED15}" srcOrd="3" destOrd="0" parTransId="{F043C436-5B14-4FB7-82B2-70764CEED759}" sibTransId="{63C4F63D-F8DA-4DC0-82F9-C2D811240B23}"/>
    <dgm:cxn modelId="{431327E4-550F-4107-AA68-4F98A22C8CAC}" srcId="{B72A9EC3-66F3-4052-A850-BF477687F29F}" destId="{05707A74-5560-49AC-A6A7-3166B417A4A8}" srcOrd="2" destOrd="0" parTransId="{AF96B0ED-CED3-435A-8389-8080E42CE42F}" sibTransId="{1237C278-2183-4F1D-A7BC-9FCC0C089B96}"/>
    <dgm:cxn modelId="{A66A50FC-3967-4034-88C7-B380E76D68C3}" type="presOf" srcId="{B72A9EC3-66F3-4052-A850-BF477687F29F}" destId="{C669D7AF-C68D-40D3-8BB6-453A7A28AD16}" srcOrd="0" destOrd="0" presId="urn:microsoft.com/office/officeart/2018/2/layout/IconVerticalSolidList"/>
    <dgm:cxn modelId="{CF8E6EC6-BFF0-4CA0-B092-60658ED56C50}" type="presParOf" srcId="{C669D7AF-C68D-40D3-8BB6-453A7A28AD16}" destId="{36A3D3A9-48B8-45FA-AD6B-05E7F41D6074}" srcOrd="0" destOrd="0" presId="urn:microsoft.com/office/officeart/2018/2/layout/IconVerticalSolidList"/>
    <dgm:cxn modelId="{29F7B250-4043-4E08-9AAD-02BA9B2C8B71}" type="presParOf" srcId="{36A3D3A9-48B8-45FA-AD6B-05E7F41D6074}" destId="{BD8579F8-A8D5-4573-93AB-AC81A5F7E290}" srcOrd="0" destOrd="0" presId="urn:microsoft.com/office/officeart/2018/2/layout/IconVerticalSolidList"/>
    <dgm:cxn modelId="{A852797F-128A-4C9F-AD37-55C9B83CE08A}" type="presParOf" srcId="{36A3D3A9-48B8-45FA-AD6B-05E7F41D6074}" destId="{C271B2F3-C310-4653-BCCA-34B0EEB06619}" srcOrd="1" destOrd="0" presId="urn:microsoft.com/office/officeart/2018/2/layout/IconVerticalSolidList"/>
    <dgm:cxn modelId="{7CEC2D32-1069-4EA8-A2C2-94E7C4228297}" type="presParOf" srcId="{36A3D3A9-48B8-45FA-AD6B-05E7F41D6074}" destId="{41B50BF9-98FB-4A4F-B72A-0C588B577536}" srcOrd="2" destOrd="0" presId="urn:microsoft.com/office/officeart/2018/2/layout/IconVerticalSolidList"/>
    <dgm:cxn modelId="{60D591CE-F55E-4A20-8576-49EBB4E95353}" type="presParOf" srcId="{36A3D3A9-48B8-45FA-AD6B-05E7F41D6074}" destId="{E622CCC3-E921-4642-97F9-FEEF53023FF1}" srcOrd="3" destOrd="0" presId="urn:microsoft.com/office/officeart/2018/2/layout/IconVerticalSolidList"/>
    <dgm:cxn modelId="{0764E906-DE2F-4BDB-A774-7B2B94C4B2D2}" type="presParOf" srcId="{C669D7AF-C68D-40D3-8BB6-453A7A28AD16}" destId="{639E8867-6DA1-49FD-BA79-410D1737DF19}" srcOrd="1" destOrd="0" presId="urn:microsoft.com/office/officeart/2018/2/layout/IconVerticalSolidList"/>
    <dgm:cxn modelId="{627A76A9-F116-4ACF-8D84-0BEE6A666247}" type="presParOf" srcId="{C669D7AF-C68D-40D3-8BB6-453A7A28AD16}" destId="{A75AB4A9-5A77-4591-8D74-FC76E4501D80}" srcOrd="2" destOrd="0" presId="urn:microsoft.com/office/officeart/2018/2/layout/IconVerticalSolidList"/>
    <dgm:cxn modelId="{D57BD487-6DA9-4912-A592-A0BC439DBD3B}" type="presParOf" srcId="{A75AB4A9-5A77-4591-8D74-FC76E4501D80}" destId="{8DCAAF74-B2DA-4C01-B56D-E5CC36BBFA8F}" srcOrd="0" destOrd="0" presId="urn:microsoft.com/office/officeart/2018/2/layout/IconVerticalSolidList"/>
    <dgm:cxn modelId="{EBDC6D9F-2929-4CD8-8E7D-F5711B7D77D2}" type="presParOf" srcId="{A75AB4A9-5A77-4591-8D74-FC76E4501D80}" destId="{8E5F0AAA-9357-4384-9AE6-6337F5CCECA8}" srcOrd="1" destOrd="0" presId="urn:microsoft.com/office/officeart/2018/2/layout/IconVerticalSolidList"/>
    <dgm:cxn modelId="{D0B37209-0C85-488E-AD53-5FDA772EBB91}" type="presParOf" srcId="{A75AB4A9-5A77-4591-8D74-FC76E4501D80}" destId="{0708EA71-6638-4BD8-AA34-0E832837807A}" srcOrd="2" destOrd="0" presId="urn:microsoft.com/office/officeart/2018/2/layout/IconVerticalSolidList"/>
    <dgm:cxn modelId="{0B2B32EB-EB43-45A1-8AA9-C8C13FAB464F}" type="presParOf" srcId="{A75AB4A9-5A77-4591-8D74-FC76E4501D80}" destId="{51B18C29-1046-4605-A377-C8F34EDCAFD6}" srcOrd="3" destOrd="0" presId="urn:microsoft.com/office/officeart/2018/2/layout/IconVerticalSolidList"/>
    <dgm:cxn modelId="{70DC427A-2302-4FB4-B1B1-BE5C26783410}" type="presParOf" srcId="{C669D7AF-C68D-40D3-8BB6-453A7A28AD16}" destId="{32651FD5-7E06-4123-8522-F53AC2C135E8}" srcOrd="3" destOrd="0" presId="urn:microsoft.com/office/officeart/2018/2/layout/IconVerticalSolidList"/>
    <dgm:cxn modelId="{E5E74594-1359-41BF-A546-4A9C523AE57E}" type="presParOf" srcId="{C669D7AF-C68D-40D3-8BB6-453A7A28AD16}" destId="{6F017DE7-FC32-42AD-848A-AA71BACC3269}" srcOrd="4" destOrd="0" presId="urn:microsoft.com/office/officeart/2018/2/layout/IconVerticalSolidList"/>
    <dgm:cxn modelId="{FD6FCE48-8D6D-448A-A10F-281B5065D3EC}" type="presParOf" srcId="{6F017DE7-FC32-42AD-848A-AA71BACC3269}" destId="{196BC5B5-9F18-47CB-AC37-6FADCC90AC3C}" srcOrd="0" destOrd="0" presId="urn:microsoft.com/office/officeart/2018/2/layout/IconVerticalSolidList"/>
    <dgm:cxn modelId="{76024566-399D-42FE-902C-C6061E2CA698}" type="presParOf" srcId="{6F017DE7-FC32-42AD-848A-AA71BACC3269}" destId="{64493355-6ED1-47DE-BF93-5AEA4F35EA52}" srcOrd="1" destOrd="0" presId="urn:microsoft.com/office/officeart/2018/2/layout/IconVerticalSolidList"/>
    <dgm:cxn modelId="{E0409B3E-982B-4582-983D-2EA5E8B138F0}" type="presParOf" srcId="{6F017DE7-FC32-42AD-848A-AA71BACC3269}" destId="{95FCD4D9-55D8-41FC-BA0E-87A62484EA6B}" srcOrd="2" destOrd="0" presId="urn:microsoft.com/office/officeart/2018/2/layout/IconVerticalSolidList"/>
    <dgm:cxn modelId="{559B7A92-A8EC-444E-B966-2C453F6677D6}" type="presParOf" srcId="{6F017DE7-FC32-42AD-848A-AA71BACC3269}" destId="{98A535A2-891A-42C7-8D67-B7C04C99B337}" srcOrd="3" destOrd="0" presId="urn:microsoft.com/office/officeart/2018/2/layout/IconVerticalSolidList"/>
    <dgm:cxn modelId="{A2704E86-3E47-43BC-9FCD-201ABAC2CFA7}" type="presParOf" srcId="{C669D7AF-C68D-40D3-8BB6-453A7A28AD16}" destId="{9C96EBF8-82CC-487A-88D2-7ABDC8D34267}" srcOrd="5" destOrd="0" presId="urn:microsoft.com/office/officeart/2018/2/layout/IconVerticalSolidList"/>
    <dgm:cxn modelId="{102D8C45-0F57-423A-A3F5-5E7093E2F4F8}" type="presParOf" srcId="{C669D7AF-C68D-40D3-8BB6-453A7A28AD16}" destId="{F1B8ABEE-1476-4F76-BC9E-847D6C1981C7}" srcOrd="6" destOrd="0" presId="urn:microsoft.com/office/officeart/2018/2/layout/IconVerticalSolidList"/>
    <dgm:cxn modelId="{9403D333-A370-47E9-98C2-2B04EA364F33}" type="presParOf" srcId="{F1B8ABEE-1476-4F76-BC9E-847D6C1981C7}" destId="{AAEFDB8E-2DA5-43EF-9B4F-8C5657072693}" srcOrd="0" destOrd="0" presId="urn:microsoft.com/office/officeart/2018/2/layout/IconVerticalSolidList"/>
    <dgm:cxn modelId="{4E16186A-52A8-4F1B-B87B-B39D715E0687}" type="presParOf" srcId="{F1B8ABEE-1476-4F76-BC9E-847D6C1981C7}" destId="{50A82F96-F147-4AA0-9EA7-E0819ECC3F1F}" srcOrd="1" destOrd="0" presId="urn:microsoft.com/office/officeart/2018/2/layout/IconVerticalSolidList"/>
    <dgm:cxn modelId="{96618899-B8D8-479E-B081-9DA673208A10}" type="presParOf" srcId="{F1B8ABEE-1476-4F76-BC9E-847D6C1981C7}" destId="{160C5794-DCF6-48F6-A45F-0271487E2E66}" srcOrd="2" destOrd="0" presId="urn:microsoft.com/office/officeart/2018/2/layout/IconVerticalSolidList"/>
    <dgm:cxn modelId="{48B392DE-4FFC-4A7C-A23A-208974D04B58}" type="presParOf" srcId="{F1B8ABEE-1476-4F76-BC9E-847D6C1981C7}" destId="{BA7C1CA4-5A3D-448D-A911-918225E6D1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06C256-0B8C-4F20-A752-AD411FDF2E1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7013E1-F7AF-4713-B436-2F811EAE478B}">
      <dgm:prSet/>
      <dgm:spPr/>
      <dgm:t>
        <a:bodyPr/>
        <a:lstStyle/>
        <a:p>
          <a:r>
            <a:rPr lang="en-US"/>
            <a:t>Data becomes disorganized and duplicated.</a:t>
          </a:r>
        </a:p>
      </dgm:t>
    </dgm:pt>
    <dgm:pt modelId="{B02EC93C-9CB3-44C9-B29D-6DC640F9B3C2}" type="parTrans" cxnId="{124656F5-516F-4358-9506-6B74FB9F0157}">
      <dgm:prSet/>
      <dgm:spPr/>
      <dgm:t>
        <a:bodyPr/>
        <a:lstStyle/>
        <a:p>
          <a:endParaRPr lang="en-US"/>
        </a:p>
      </dgm:t>
    </dgm:pt>
    <dgm:pt modelId="{2109FD08-C467-442A-816E-F8B4711AF37D}" type="sibTrans" cxnId="{124656F5-516F-4358-9506-6B74FB9F0157}">
      <dgm:prSet/>
      <dgm:spPr/>
      <dgm:t>
        <a:bodyPr/>
        <a:lstStyle/>
        <a:p>
          <a:endParaRPr lang="en-US"/>
        </a:p>
      </dgm:t>
    </dgm:pt>
    <dgm:pt modelId="{717879C5-BB3E-4CC0-9A4E-C822EB843939}">
      <dgm:prSet/>
      <dgm:spPr/>
      <dgm:t>
        <a:bodyPr/>
        <a:lstStyle/>
        <a:p>
          <a:r>
            <a:rPr lang="en-US"/>
            <a:t>Difficulty in maintaining consistency and data integrity.</a:t>
          </a:r>
        </a:p>
      </dgm:t>
    </dgm:pt>
    <dgm:pt modelId="{D632191F-DF3A-4519-8EF2-FF58A65C1E6B}" type="parTrans" cxnId="{956B5C93-5EEE-42E1-AB38-93DC51609222}">
      <dgm:prSet/>
      <dgm:spPr/>
      <dgm:t>
        <a:bodyPr/>
        <a:lstStyle/>
        <a:p>
          <a:endParaRPr lang="en-US"/>
        </a:p>
      </dgm:t>
    </dgm:pt>
    <dgm:pt modelId="{D799F522-99EE-47DD-B829-730CB4D4712A}" type="sibTrans" cxnId="{956B5C93-5EEE-42E1-AB38-93DC51609222}">
      <dgm:prSet/>
      <dgm:spPr/>
      <dgm:t>
        <a:bodyPr/>
        <a:lstStyle/>
        <a:p>
          <a:endParaRPr lang="en-US"/>
        </a:p>
      </dgm:t>
    </dgm:pt>
    <dgm:pt modelId="{D2EE3573-AB65-414D-851E-137CDCA04BE4}">
      <dgm:prSet/>
      <dgm:spPr/>
      <dgm:t>
        <a:bodyPr/>
        <a:lstStyle/>
        <a:p>
          <a:r>
            <a:rPr lang="en-US"/>
            <a:t>Decision-making slows down.</a:t>
          </a:r>
        </a:p>
      </dgm:t>
    </dgm:pt>
    <dgm:pt modelId="{44510E05-2423-48A1-95F6-1A8763FFCEB2}" type="parTrans" cxnId="{B19F9826-30EA-47EB-B97A-9BC46123EAB6}">
      <dgm:prSet/>
      <dgm:spPr/>
      <dgm:t>
        <a:bodyPr/>
        <a:lstStyle/>
        <a:p>
          <a:endParaRPr lang="en-US"/>
        </a:p>
      </dgm:t>
    </dgm:pt>
    <dgm:pt modelId="{558B8DF1-0C16-42C4-8791-B2C3B2AC87A8}" type="sibTrans" cxnId="{B19F9826-30EA-47EB-B97A-9BC46123EAB6}">
      <dgm:prSet/>
      <dgm:spPr/>
      <dgm:t>
        <a:bodyPr/>
        <a:lstStyle/>
        <a:p>
          <a:endParaRPr lang="en-US"/>
        </a:p>
      </dgm:t>
    </dgm:pt>
    <dgm:pt modelId="{39B2B428-AD27-468E-8CA1-1F901F7225CC}">
      <dgm:prSet/>
      <dgm:spPr/>
      <dgm:t>
        <a:bodyPr/>
        <a:lstStyle/>
        <a:p>
          <a:r>
            <a:rPr lang="en-US"/>
            <a:t>Increased risk of data breaches and operational inefficiency.</a:t>
          </a:r>
        </a:p>
      </dgm:t>
    </dgm:pt>
    <dgm:pt modelId="{06F6C806-4D0B-4F08-B63E-9EB45C3E7447}" type="parTrans" cxnId="{F231FF2F-DC05-4073-90AF-C1C62E457F1E}">
      <dgm:prSet/>
      <dgm:spPr/>
      <dgm:t>
        <a:bodyPr/>
        <a:lstStyle/>
        <a:p>
          <a:endParaRPr lang="en-US"/>
        </a:p>
      </dgm:t>
    </dgm:pt>
    <dgm:pt modelId="{B49897A2-9AC1-4E8F-9C0A-6D0B3A09A8AC}" type="sibTrans" cxnId="{F231FF2F-DC05-4073-90AF-C1C62E457F1E}">
      <dgm:prSet/>
      <dgm:spPr/>
      <dgm:t>
        <a:bodyPr/>
        <a:lstStyle/>
        <a:p>
          <a:endParaRPr lang="en-US"/>
        </a:p>
      </dgm:t>
    </dgm:pt>
    <dgm:pt modelId="{E57AC1D5-B53A-418C-AF46-0CF372B8EBA6}" type="pres">
      <dgm:prSet presAssocID="{0F06C256-0B8C-4F20-A752-AD411FDF2E19}" presName="root" presStyleCnt="0">
        <dgm:presLayoutVars>
          <dgm:dir/>
          <dgm:resizeHandles val="exact"/>
        </dgm:presLayoutVars>
      </dgm:prSet>
      <dgm:spPr/>
    </dgm:pt>
    <dgm:pt modelId="{ECD3DBBC-EA2C-45A7-ABE1-05B429830481}" type="pres">
      <dgm:prSet presAssocID="{9D7013E1-F7AF-4713-B436-2F811EAE478B}" presName="compNode" presStyleCnt="0"/>
      <dgm:spPr/>
    </dgm:pt>
    <dgm:pt modelId="{926000DA-F779-4B21-9923-44B5CE00FE6D}" type="pres">
      <dgm:prSet presAssocID="{9D7013E1-F7AF-4713-B436-2F811EAE478B}" presName="bgRect" presStyleLbl="bgShp" presStyleIdx="0" presStyleCnt="4"/>
      <dgm:spPr/>
    </dgm:pt>
    <dgm:pt modelId="{73FD54A1-7379-43F2-9D23-2C3D926035AC}" type="pres">
      <dgm:prSet presAssocID="{9D7013E1-F7AF-4713-B436-2F811EAE47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E3DEFD-3312-4A4B-AE79-AC3826B7D9E5}" type="pres">
      <dgm:prSet presAssocID="{9D7013E1-F7AF-4713-B436-2F811EAE478B}" presName="spaceRect" presStyleCnt="0"/>
      <dgm:spPr/>
    </dgm:pt>
    <dgm:pt modelId="{A162ECB6-7D7F-40DB-B8E4-89F0897870AE}" type="pres">
      <dgm:prSet presAssocID="{9D7013E1-F7AF-4713-B436-2F811EAE478B}" presName="parTx" presStyleLbl="revTx" presStyleIdx="0" presStyleCnt="4">
        <dgm:presLayoutVars>
          <dgm:chMax val="0"/>
          <dgm:chPref val="0"/>
        </dgm:presLayoutVars>
      </dgm:prSet>
      <dgm:spPr/>
    </dgm:pt>
    <dgm:pt modelId="{F47ABA02-24E8-497C-9F99-0BA4C0EF42E0}" type="pres">
      <dgm:prSet presAssocID="{2109FD08-C467-442A-816E-F8B4711AF37D}" presName="sibTrans" presStyleCnt="0"/>
      <dgm:spPr/>
    </dgm:pt>
    <dgm:pt modelId="{1E6AC5F5-AC1B-4829-85AB-21FD28AF48AE}" type="pres">
      <dgm:prSet presAssocID="{717879C5-BB3E-4CC0-9A4E-C822EB843939}" presName="compNode" presStyleCnt="0"/>
      <dgm:spPr/>
    </dgm:pt>
    <dgm:pt modelId="{2EC93C9D-7F50-478F-B48D-6899E287BFE4}" type="pres">
      <dgm:prSet presAssocID="{717879C5-BB3E-4CC0-9A4E-C822EB843939}" presName="bgRect" presStyleLbl="bgShp" presStyleIdx="1" presStyleCnt="4"/>
      <dgm:spPr/>
    </dgm:pt>
    <dgm:pt modelId="{02237A7D-E339-45D8-BF4C-7AEDCFF5D93B}" type="pres">
      <dgm:prSet presAssocID="{717879C5-BB3E-4CC0-9A4E-C822EB8439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0DF00B9-4ECA-4B9A-94D8-AA323F0B4692}" type="pres">
      <dgm:prSet presAssocID="{717879C5-BB3E-4CC0-9A4E-C822EB843939}" presName="spaceRect" presStyleCnt="0"/>
      <dgm:spPr/>
    </dgm:pt>
    <dgm:pt modelId="{14CA9EB4-CB67-4F8D-92DB-90254F59CBA6}" type="pres">
      <dgm:prSet presAssocID="{717879C5-BB3E-4CC0-9A4E-C822EB843939}" presName="parTx" presStyleLbl="revTx" presStyleIdx="1" presStyleCnt="4">
        <dgm:presLayoutVars>
          <dgm:chMax val="0"/>
          <dgm:chPref val="0"/>
        </dgm:presLayoutVars>
      </dgm:prSet>
      <dgm:spPr/>
    </dgm:pt>
    <dgm:pt modelId="{D846CF7B-CB5C-4944-A28A-4A24ABE7F0D9}" type="pres">
      <dgm:prSet presAssocID="{D799F522-99EE-47DD-B829-730CB4D4712A}" presName="sibTrans" presStyleCnt="0"/>
      <dgm:spPr/>
    </dgm:pt>
    <dgm:pt modelId="{9BE3F2F2-379C-485A-B4A2-AA212F949000}" type="pres">
      <dgm:prSet presAssocID="{D2EE3573-AB65-414D-851E-137CDCA04BE4}" presName="compNode" presStyleCnt="0"/>
      <dgm:spPr/>
    </dgm:pt>
    <dgm:pt modelId="{C51EA30C-7BDA-4EF3-87E9-A0E0983B9977}" type="pres">
      <dgm:prSet presAssocID="{D2EE3573-AB65-414D-851E-137CDCA04BE4}" presName="bgRect" presStyleLbl="bgShp" presStyleIdx="2" presStyleCnt="4"/>
      <dgm:spPr/>
    </dgm:pt>
    <dgm:pt modelId="{4DB6B94A-CCE4-423D-A08C-50C54E70C1EC}" type="pres">
      <dgm:prSet presAssocID="{D2EE3573-AB65-414D-851E-137CDCA04B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21D5322E-4841-4B0D-9D04-BF786A472CDC}" type="pres">
      <dgm:prSet presAssocID="{D2EE3573-AB65-414D-851E-137CDCA04BE4}" presName="spaceRect" presStyleCnt="0"/>
      <dgm:spPr/>
    </dgm:pt>
    <dgm:pt modelId="{4F96A14A-6D11-4204-BDCC-235D5DEC1030}" type="pres">
      <dgm:prSet presAssocID="{D2EE3573-AB65-414D-851E-137CDCA04BE4}" presName="parTx" presStyleLbl="revTx" presStyleIdx="2" presStyleCnt="4">
        <dgm:presLayoutVars>
          <dgm:chMax val="0"/>
          <dgm:chPref val="0"/>
        </dgm:presLayoutVars>
      </dgm:prSet>
      <dgm:spPr/>
    </dgm:pt>
    <dgm:pt modelId="{4A9961FC-3B7F-4EE4-9978-1B557B8613BA}" type="pres">
      <dgm:prSet presAssocID="{558B8DF1-0C16-42C4-8791-B2C3B2AC87A8}" presName="sibTrans" presStyleCnt="0"/>
      <dgm:spPr/>
    </dgm:pt>
    <dgm:pt modelId="{4DED4FB9-734A-461D-A583-314F94526C61}" type="pres">
      <dgm:prSet presAssocID="{39B2B428-AD27-468E-8CA1-1F901F7225CC}" presName="compNode" presStyleCnt="0"/>
      <dgm:spPr/>
    </dgm:pt>
    <dgm:pt modelId="{4B7407AF-9B1F-41E4-A0A0-FC5F7453A6E6}" type="pres">
      <dgm:prSet presAssocID="{39B2B428-AD27-468E-8CA1-1F901F7225CC}" presName="bgRect" presStyleLbl="bgShp" presStyleIdx="3" presStyleCnt="4"/>
      <dgm:spPr/>
    </dgm:pt>
    <dgm:pt modelId="{A569239A-5E30-4E74-9020-9DBCDF84F38D}" type="pres">
      <dgm:prSet presAssocID="{39B2B428-AD27-468E-8CA1-1F901F7225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803BACB-BC60-46C8-9875-8EF53F7D08FF}" type="pres">
      <dgm:prSet presAssocID="{39B2B428-AD27-468E-8CA1-1F901F7225CC}" presName="spaceRect" presStyleCnt="0"/>
      <dgm:spPr/>
    </dgm:pt>
    <dgm:pt modelId="{80077C79-CAC8-447C-BDEA-337703FE4E07}" type="pres">
      <dgm:prSet presAssocID="{39B2B428-AD27-468E-8CA1-1F901F7225C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9D2705-6F44-45FB-A8F4-7172C6987AC4}" type="presOf" srcId="{9D7013E1-F7AF-4713-B436-2F811EAE478B}" destId="{A162ECB6-7D7F-40DB-B8E4-89F0897870AE}" srcOrd="0" destOrd="0" presId="urn:microsoft.com/office/officeart/2018/2/layout/IconVerticalSolidList"/>
    <dgm:cxn modelId="{33FFBC07-9373-4685-B98E-D79A8468EDB7}" type="presOf" srcId="{717879C5-BB3E-4CC0-9A4E-C822EB843939}" destId="{14CA9EB4-CB67-4F8D-92DB-90254F59CBA6}" srcOrd="0" destOrd="0" presId="urn:microsoft.com/office/officeart/2018/2/layout/IconVerticalSolidList"/>
    <dgm:cxn modelId="{B19F9826-30EA-47EB-B97A-9BC46123EAB6}" srcId="{0F06C256-0B8C-4F20-A752-AD411FDF2E19}" destId="{D2EE3573-AB65-414D-851E-137CDCA04BE4}" srcOrd="2" destOrd="0" parTransId="{44510E05-2423-48A1-95F6-1A8763FFCEB2}" sibTransId="{558B8DF1-0C16-42C4-8791-B2C3B2AC87A8}"/>
    <dgm:cxn modelId="{F231FF2F-DC05-4073-90AF-C1C62E457F1E}" srcId="{0F06C256-0B8C-4F20-A752-AD411FDF2E19}" destId="{39B2B428-AD27-468E-8CA1-1F901F7225CC}" srcOrd="3" destOrd="0" parTransId="{06F6C806-4D0B-4F08-B63E-9EB45C3E7447}" sibTransId="{B49897A2-9AC1-4E8F-9C0A-6D0B3A09A8AC}"/>
    <dgm:cxn modelId="{B9F0DF53-2E76-4DDF-BD7C-8D6B7F2971D5}" type="presOf" srcId="{39B2B428-AD27-468E-8CA1-1F901F7225CC}" destId="{80077C79-CAC8-447C-BDEA-337703FE4E07}" srcOrd="0" destOrd="0" presId="urn:microsoft.com/office/officeart/2018/2/layout/IconVerticalSolidList"/>
    <dgm:cxn modelId="{CCFFFE77-AD38-4352-B413-EE2845345C52}" type="presOf" srcId="{D2EE3573-AB65-414D-851E-137CDCA04BE4}" destId="{4F96A14A-6D11-4204-BDCC-235D5DEC1030}" srcOrd="0" destOrd="0" presId="urn:microsoft.com/office/officeart/2018/2/layout/IconVerticalSolidList"/>
    <dgm:cxn modelId="{8F10B65A-FCD5-4062-A06A-E2F28A9CB9FE}" type="presOf" srcId="{0F06C256-0B8C-4F20-A752-AD411FDF2E19}" destId="{E57AC1D5-B53A-418C-AF46-0CF372B8EBA6}" srcOrd="0" destOrd="0" presId="urn:microsoft.com/office/officeart/2018/2/layout/IconVerticalSolidList"/>
    <dgm:cxn modelId="{956B5C93-5EEE-42E1-AB38-93DC51609222}" srcId="{0F06C256-0B8C-4F20-A752-AD411FDF2E19}" destId="{717879C5-BB3E-4CC0-9A4E-C822EB843939}" srcOrd="1" destOrd="0" parTransId="{D632191F-DF3A-4519-8EF2-FF58A65C1E6B}" sibTransId="{D799F522-99EE-47DD-B829-730CB4D4712A}"/>
    <dgm:cxn modelId="{124656F5-516F-4358-9506-6B74FB9F0157}" srcId="{0F06C256-0B8C-4F20-A752-AD411FDF2E19}" destId="{9D7013E1-F7AF-4713-B436-2F811EAE478B}" srcOrd="0" destOrd="0" parTransId="{B02EC93C-9CB3-44C9-B29D-6DC640F9B3C2}" sibTransId="{2109FD08-C467-442A-816E-F8B4711AF37D}"/>
    <dgm:cxn modelId="{3EFFC171-FF97-4C49-931D-C0A3EA3D47C6}" type="presParOf" srcId="{E57AC1D5-B53A-418C-AF46-0CF372B8EBA6}" destId="{ECD3DBBC-EA2C-45A7-ABE1-05B429830481}" srcOrd="0" destOrd="0" presId="urn:microsoft.com/office/officeart/2018/2/layout/IconVerticalSolidList"/>
    <dgm:cxn modelId="{8164D86D-273A-4908-9031-B28E816AEAE6}" type="presParOf" srcId="{ECD3DBBC-EA2C-45A7-ABE1-05B429830481}" destId="{926000DA-F779-4B21-9923-44B5CE00FE6D}" srcOrd="0" destOrd="0" presId="urn:microsoft.com/office/officeart/2018/2/layout/IconVerticalSolidList"/>
    <dgm:cxn modelId="{AF90FB1B-D86A-4A8E-878A-8A3DD5913C1D}" type="presParOf" srcId="{ECD3DBBC-EA2C-45A7-ABE1-05B429830481}" destId="{73FD54A1-7379-43F2-9D23-2C3D926035AC}" srcOrd="1" destOrd="0" presId="urn:microsoft.com/office/officeart/2018/2/layout/IconVerticalSolidList"/>
    <dgm:cxn modelId="{231A34B6-229D-46E5-B25A-D5F93F94582A}" type="presParOf" srcId="{ECD3DBBC-EA2C-45A7-ABE1-05B429830481}" destId="{18E3DEFD-3312-4A4B-AE79-AC3826B7D9E5}" srcOrd="2" destOrd="0" presId="urn:microsoft.com/office/officeart/2018/2/layout/IconVerticalSolidList"/>
    <dgm:cxn modelId="{AA6F1657-CDA8-4A9F-AB56-965B37649850}" type="presParOf" srcId="{ECD3DBBC-EA2C-45A7-ABE1-05B429830481}" destId="{A162ECB6-7D7F-40DB-B8E4-89F0897870AE}" srcOrd="3" destOrd="0" presId="urn:microsoft.com/office/officeart/2018/2/layout/IconVerticalSolidList"/>
    <dgm:cxn modelId="{C91A1EB4-4E9E-4B73-9AAA-94D0CEC17475}" type="presParOf" srcId="{E57AC1D5-B53A-418C-AF46-0CF372B8EBA6}" destId="{F47ABA02-24E8-497C-9F99-0BA4C0EF42E0}" srcOrd="1" destOrd="0" presId="urn:microsoft.com/office/officeart/2018/2/layout/IconVerticalSolidList"/>
    <dgm:cxn modelId="{C4EEA3DB-FE3B-4ABE-94FB-4ED4FA6BE119}" type="presParOf" srcId="{E57AC1D5-B53A-418C-AF46-0CF372B8EBA6}" destId="{1E6AC5F5-AC1B-4829-85AB-21FD28AF48AE}" srcOrd="2" destOrd="0" presId="urn:microsoft.com/office/officeart/2018/2/layout/IconVerticalSolidList"/>
    <dgm:cxn modelId="{5696F7E9-2793-4996-AB03-D936469C922D}" type="presParOf" srcId="{1E6AC5F5-AC1B-4829-85AB-21FD28AF48AE}" destId="{2EC93C9D-7F50-478F-B48D-6899E287BFE4}" srcOrd="0" destOrd="0" presId="urn:microsoft.com/office/officeart/2018/2/layout/IconVerticalSolidList"/>
    <dgm:cxn modelId="{81524723-BEE0-415F-8991-718C03451CE1}" type="presParOf" srcId="{1E6AC5F5-AC1B-4829-85AB-21FD28AF48AE}" destId="{02237A7D-E339-45D8-BF4C-7AEDCFF5D93B}" srcOrd="1" destOrd="0" presId="urn:microsoft.com/office/officeart/2018/2/layout/IconVerticalSolidList"/>
    <dgm:cxn modelId="{9A84835F-8C7A-4FD0-8ABB-501BAE4B8229}" type="presParOf" srcId="{1E6AC5F5-AC1B-4829-85AB-21FD28AF48AE}" destId="{20DF00B9-4ECA-4B9A-94D8-AA323F0B4692}" srcOrd="2" destOrd="0" presId="urn:microsoft.com/office/officeart/2018/2/layout/IconVerticalSolidList"/>
    <dgm:cxn modelId="{831E2EFC-C8C5-4F2A-9247-7990FDAA3F0E}" type="presParOf" srcId="{1E6AC5F5-AC1B-4829-85AB-21FD28AF48AE}" destId="{14CA9EB4-CB67-4F8D-92DB-90254F59CBA6}" srcOrd="3" destOrd="0" presId="urn:microsoft.com/office/officeart/2018/2/layout/IconVerticalSolidList"/>
    <dgm:cxn modelId="{306C53BF-141F-4382-8564-7694E28C9F0E}" type="presParOf" srcId="{E57AC1D5-B53A-418C-AF46-0CF372B8EBA6}" destId="{D846CF7B-CB5C-4944-A28A-4A24ABE7F0D9}" srcOrd="3" destOrd="0" presId="urn:microsoft.com/office/officeart/2018/2/layout/IconVerticalSolidList"/>
    <dgm:cxn modelId="{CE745BC5-B9AD-4F22-AF6B-EC35CDCF233D}" type="presParOf" srcId="{E57AC1D5-B53A-418C-AF46-0CF372B8EBA6}" destId="{9BE3F2F2-379C-485A-B4A2-AA212F949000}" srcOrd="4" destOrd="0" presId="urn:microsoft.com/office/officeart/2018/2/layout/IconVerticalSolidList"/>
    <dgm:cxn modelId="{F9E0A52D-8B3F-4DEE-9A1C-9B6639294549}" type="presParOf" srcId="{9BE3F2F2-379C-485A-B4A2-AA212F949000}" destId="{C51EA30C-7BDA-4EF3-87E9-A0E0983B9977}" srcOrd="0" destOrd="0" presId="urn:microsoft.com/office/officeart/2018/2/layout/IconVerticalSolidList"/>
    <dgm:cxn modelId="{D4AE6F42-60C3-4A5F-AEC9-CA6EB0A1BED3}" type="presParOf" srcId="{9BE3F2F2-379C-485A-B4A2-AA212F949000}" destId="{4DB6B94A-CCE4-423D-A08C-50C54E70C1EC}" srcOrd="1" destOrd="0" presId="urn:microsoft.com/office/officeart/2018/2/layout/IconVerticalSolidList"/>
    <dgm:cxn modelId="{52C73538-D3BE-4FAE-B272-8EB31827D051}" type="presParOf" srcId="{9BE3F2F2-379C-485A-B4A2-AA212F949000}" destId="{21D5322E-4841-4B0D-9D04-BF786A472CDC}" srcOrd="2" destOrd="0" presId="urn:microsoft.com/office/officeart/2018/2/layout/IconVerticalSolidList"/>
    <dgm:cxn modelId="{EC7AC5F9-F07E-46DE-AF17-1E41D9FB2196}" type="presParOf" srcId="{9BE3F2F2-379C-485A-B4A2-AA212F949000}" destId="{4F96A14A-6D11-4204-BDCC-235D5DEC1030}" srcOrd="3" destOrd="0" presId="urn:microsoft.com/office/officeart/2018/2/layout/IconVerticalSolidList"/>
    <dgm:cxn modelId="{13E2A758-C0B1-4A14-AF78-1D7514E7AABD}" type="presParOf" srcId="{E57AC1D5-B53A-418C-AF46-0CF372B8EBA6}" destId="{4A9961FC-3B7F-4EE4-9978-1B557B8613BA}" srcOrd="5" destOrd="0" presId="urn:microsoft.com/office/officeart/2018/2/layout/IconVerticalSolidList"/>
    <dgm:cxn modelId="{5BFB7D7C-2DFC-4401-ACC2-F92FA29C1964}" type="presParOf" srcId="{E57AC1D5-B53A-418C-AF46-0CF372B8EBA6}" destId="{4DED4FB9-734A-461D-A583-314F94526C61}" srcOrd="6" destOrd="0" presId="urn:microsoft.com/office/officeart/2018/2/layout/IconVerticalSolidList"/>
    <dgm:cxn modelId="{F1DD3232-5997-47C4-8B65-54AD19759754}" type="presParOf" srcId="{4DED4FB9-734A-461D-A583-314F94526C61}" destId="{4B7407AF-9B1F-41E4-A0A0-FC5F7453A6E6}" srcOrd="0" destOrd="0" presId="urn:microsoft.com/office/officeart/2018/2/layout/IconVerticalSolidList"/>
    <dgm:cxn modelId="{D3B49DD3-AA49-4720-B086-641C01EC6185}" type="presParOf" srcId="{4DED4FB9-734A-461D-A583-314F94526C61}" destId="{A569239A-5E30-4E74-9020-9DBCDF84F38D}" srcOrd="1" destOrd="0" presId="urn:microsoft.com/office/officeart/2018/2/layout/IconVerticalSolidList"/>
    <dgm:cxn modelId="{219231F5-28D1-4BE5-A174-A8072E6E1D35}" type="presParOf" srcId="{4DED4FB9-734A-461D-A583-314F94526C61}" destId="{5803BACB-BC60-46C8-9875-8EF53F7D08FF}" srcOrd="2" destOrd="0" presId="urn:microsoft.com/office/officeart/2018/2/layout/IconVerticalSolidList"/>
    <dgm:cxn modelId="{7116D84B-1876-4FE9-8271-9FFEFD691CCF}" type="presParOf" srcId="{4DED4FB9-734A-461D-A583-314F94526C61}" destId="{80077C79-CAC8-447C-BDEA-337703FE4E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F7BF46-9D96-48E6-81E9-090C1940F074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D6B916A-F4E7-4DBC-935D-900A8A0E8E2E}">
      <dgm:prSet/>
      <dgm:spPr/>
      <dgm:t>
        <a:bodyPr/>
        <a:lstStyle/>
        <a:p>
          <a:r>
            <a:rPr lang="en-US"/>
            <a:t>Achieved through Active Directory (AD) or LDAP.</a:t>
          </a:r>
        </a:p>
      </dgm:t>
    </dgm:pt>
    <dgm:pt modelId="{40BE8367-3113-4F5D-819F-DEDF041D840F}" type="parTrans" cxnId="{E0D71844-707C-446B-AF1C-F81A9716AED1}">
      <dgm:prSet/>
      <dgm:spPr/>
      <dgm:t>
        <a:bodyPr/>
        <a:lstStyle/>
        <a:p>
          <a:endParaRPr lang="en-US"/>
        </a:p>
      </dgm:t>
    </dgm:pt>
    <dgm:pt modelId="{4FAEFD0F-0458-4D9B-9CE4-481945395A64}" type="sibTrans" cxnId="{E0D71844-707C-446B-AF1C-F81A9716AED1}">
      <dgm:prSet/>
      <dgm:spPr/>
      <dgm:t>
        <a:bodyPr/>
        <a:lstStyle/>
        <a:p>
          <a:endParaRPr lang="en-US"/>
        </a:p>
      </dgm:t>
    </dgm:pt>
    <dgm:pt modelId="{36605B70-E7E2-4A25-831E-31DB3DB6AE44}">
      <dgm:prSet/>
      <dgm:spPr/>
      <dgm:t>
        <a:bodyPr/>
        <a:lstStyle/>
        <a:p>
          <a:r>
            <a:rPr lang="en-US"/>
            <a:t>Single Sign-On (SSO) allows one login for multiple systems.</a:t>
          </a:r>
        </a:p>
      </dgm:t>
    </dgm:pt>
    <dgm:pt modelId="{1057F243-99F1-423E-A2E0-9546ADEBA2A3}" type="parTrans" cxnId="{2C728F6A-DCC5-40BE-81EE-02CC3953C811}">
      <dgm:prSet/>
      <dgm:spPr/>
      <dgm:t>
        <a:bodyPr/>
        <a:lstStyle/>
        <a:p>
          <a:endParaRPr lang="en-US"/>
        </a:p>
      </dgm:t>
    </dgm:pt>
    <dgm:pt modelId="{261FF5A9-E551-486B-B01F-EF9D91B9E357}" type="sibTrans" cxnId="{2C728F6A-DCC5-40BE-81EE-02CC3953C811}">
      <dgm:prSet/>
      <dgm:spPr/>
      <dgm:t>
        <a:bodyPr/>
        <a:lstStyle/>
        <a:p>
          <a:endParaRPr lang="en-US"/>
        </a:p>
      </dgm:t>
    </dgm:pt>
    <dgm:pt modelId="{1624D805-81F1-45D7-8912-1F810C94ABA5}">
      <dgm:prSet/>
      <dgm:spPr/>
      <dgm:t>
        <a:bodyPr/>
        <a:lstStyle/>
        <a:p>
          <a:r>
            <a:rPr lang="en-US"/>
            <a:t>Multi-Factor Authentication (MFA) enhances security.</a:t>
          </a:r>
        </a:p>
      </dgm:t>
    </dgm:pt>
    <dgm:pt modelId="{C55C0567-91D1-4C78-B1DF-5C636E21E019}" type="parTrans" cxnId="{7FC15E71-98F8-44FC-BE38-99AF17D8AB2E}">
      <dgm:prSet/>
      <dgm:spPr/>
      <dgm:t>
        <a:bodyPr/>
        <a:lstStyle/>
        <a:p>
          <a:endParaRPr lang="en-US"/>
        </a:p>
      </dgm:t>
    </dgm:pt>
    <dgm:pt modelId="{EF18C55C-6295-43BA-8DDE-A660F966C1BA}" type="sibTrans" cxnId="{7FC15E71-98F8-44FC-BE38-99AF17D8AB2E}">
      <dgm:prSet/>
      <dgm:spPr/>
      <dgm:t>
        <a:bodyPr/>
        <a:lstStyle/>
        <a:p>
          <a:endParaRPr lang="en-US"/>
        </a:p>
      </dgm:t>
    </dgm:pt>
    <dgm:pt modelId="{7B0C1841-7846-4F39-B9DB-3ABED117DE6A}">
      <dgm:prSet/>
      <dgm:spPr/>
      <dgm:t>
        <a:bodyPr/>
        <a:lstStyle/>
        <a:p>
          <a:r>
            <a:rPr lang="en-US"/>
            <a:t>Role-Based Access Control (RBAC) ensures only authorized access.</a:t>
          </a:r>
        </a:p>
      </dgm:t>
    </dgm:pt>
    <dgm:pt modelId="{4F4A2E43-0741-40AD-9048-D13CD195A9A6}" type="parTrans" cxnId="{BF06B456-69F3-4A4B-B5F5-D32548F4640C}">
      <dgm:prSet/>
      <dgm:spPr/>
      <dgm:t>
        <a:bodyPr/>
        <a:lstStyle/>
        <a:p>
          <a:endParaRPr lang="en-US"/>
        </a:p>
      </dgm:t>
    </dgm:pt>
    <dgm:pt modelId="{7CB9C143-E545-44A3-AEA7-E22B3D79394C}" type="sibTrans" cxnId="{BF06B456-69F3-4A4B-B5F5-D32548F4640C}">
      <dgm:prSet/>
      <dgm:spPr/>
      <dgm:t>
        <a:bodyPr/>
        <a:lstStyle/>
        <a:p>
          <a:endParaRPr lang="en-US"/>
        </a:p>
      </dgm:t>
    </dgm:pt>
    <dgm:pt modelId="{9811072F-F70A-4969-A69B-B8AE6698402B}" type="pres">
      <dgm:prSet presAssocID="{8CF7BF46-9D96-48E6-81E9-090C1940F074}" presName="linear" presStyleCnt="0">
        <dgm:presLayoutVars>
          <dgm:animLvl val="lvl"/>
          <dgm:resizeHandles val="exact"/>
        </dgm:presLayoutVars>
      </dgm:prSet>
      <dgm:spPr/>
    </dgm:pt>
    <dgm:pt modelId="{BCD5D6B4-4D16-4CE7-8E4B-A02159A7A89E}" type="pres">
      <dgm:prSet presAssocID="{1D6B916A-F4E7-4DBC-935D-900A8A0E8E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EFCFE3-0CA6-4C7F-BA3C-AA1D3B70DA5E}" type="pres">
      <dgm:prSet presAssocID="{4FAEFD0F-0458-4D9B-9CE4-481945395A64}" presName="spacer" presStyleCnt="0"/>
      <dgm:spPr/>
    </dgm:pt>
    <dgm:pt modelId="{BABBAE9A-A907-49A4-B074-CDB3F9B5133E}" type="pres">
      <dgm:prSet presAssocID="{36605B70-E7E2-4A25-831E-31DB3DB6AE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792691-9799-4413-981B-0D78282401FB}" type="pres">
      <dgm:prSet presAssocID="{261FF5A9-E551-486B-B01F-EF9D91B9E357}" presName="spacer" presStyleCnt="0"/>
      <dgm:spPr/>
    </dgm:pt>
    <dgm:pt modelId="{F71364CF-4249-4DDF-ACBC-DDBE833F5662}" type="pres">
      <dgm:prSet presAssocID="{1624D805-81F1-45D7-8912-1F810C94AB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A5DDC2-F1C1-4BBE-BE1D-A35DE93069A3}" type="pres">
      <dgm:prSet presAssocID="{EF18C55C-6295-43BA-8DDE-A660F966C1BA}" presName="spacer" presStyleCnt="0"/>
      <dgm:spPr/>
    </dgm:pt>
    <dgm:pt modelId="{048AD359-5D6D-43ED-ACE1-E1BD5307CAA6}" type="pres">
      <dgm:prSet presAssocID="{7B0C1841-7846-4F39-B9DB-3ABED117DE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4C0F1F-3BDF-4DAA-B1D4-391E02E78667}" type="presOf" srcId="{1624D805-81F1-45D7-8912-1F810C94ABA5}" destId="{F71364CF-4249-4DDF-ACBC-DDBE833F5662}" srcOrd="0" destOrd="0" presId="urn:microsoft.com/office/officeart/2005/8/layout/vList2"/>
    <dgm:cxn modelId="{1322343F-05F9-4876-89E1-95B0DF121873}" type="presOf" srcId="{7B0C1841-7846-4F39-B9DB-3ABED117DE6A}" destId="{048AD359-5D6D-43ED-ACE1-E1BD5307CAA6}" srcOrd="0" destOrd="0" presId="urn:microsoft.com/office/officeart/2005/8/layout/vList2"/>
    <dgm:cxn modelId="{8999A45E-F510-4F62-B763-D17DFCDB1AB7}" type="presOf" srcId="{8CF7BF46-9D96-48E6-81E9-090C1940F074}" destId="{9811072F-F70A-4969-A69B-B8AE6698402B}" srcOrd="0" destOrd="0" presId="urn:microsoft.com/office/officeart/2005/8/layout/vList2"/>
    <dgm:cxn modelId="{E0D71844-707C-446B-AF1C-F81A9716AED1}" srcId="{8CF7BF46-9D96-48E6-81E9-090C1940F074}" destId="{1D6B916A-F4E7-4DBC-935D-900A8A0E8E2E}" srcOrd="0" destOrd="0" parTransId="{40BE8367-3113-4F5D-819F-DEDF041D840F}" sibTransId="{4FAEFD0F-0458-4D9B-9CE4-481945395A64}"/>
    <dgm:cxn modelId="{2C728F6A-DCC5-40BE-81EE-02CC3953C811}" srcId="{8CF7BF46-9D96-48E6-81E9-090C1940F074}" destId="{36605B70-E7E2-4A25-831E-31DB3DB6AE44}" srcOrd="1" destOrd="0" parTransId="{1057F243-99F1-423E-A2E0-9546ADEBA2A3}" sibTransId="{261FF5A9-E551-486B-B01F-EF9D91B9E357}"/>
    <dgm:cxn modelId="{7FC15E71-98F8-44FC-BE38-99AF17D8AB2E}" srcId="{8CF7BF46-9D96-48E6-81E9-090C1940F074}" destId="{1624D805-81F1-45D7-8912-1F810C94ABA5}" srcOrd="2" destOrd="0" parTransId="{C55C0567-91D1-4C78-B1DF-5C636E21E019}" sibTransId="{EF18C55C-6295-43BA-8DDE-A660F966C1BA}"/>
    <dgm:cxn modelId="{BF06B456-69F3-4A4B-B5F5-D32548F4640C}" srcId="{8CF7BF46-9D96-48E6-81E9-090C1940F074}" destId="{7B0C1841-7846-4F39-B9DB-3ABED117DE6A}" srcOrd="3" destOrd="0" parTransId="{4F4A2E43-0741-40AD-9048-D13CD195A9A6}" sibTransId="{7CB9C143-E545-44A3-AEA7-E22B3D79394C}"/>
    <dgm:cxn modelId="{21CE3E9E-1BDB-4204-BEAC-93D5C3759EDA}" type="presOf" srcId="{1D6B916A-F4E7-4DBC-935D-900A8A0E8E2E}" destId="{BCD5D6B4-4D16-4CE7-8E4B-A02159A7A89E}" srcOrd="0" destOrd="0" presId="urn:microsoft.com/office/officeart/2005/8/layout/vList2"/>
    <dgm:cxn modelId="{DC2101F4-5C88-4A60-BD0F-0521E6757C28}" type="presOf" srcId="{36605B70-E7E2-4A25-831E-31DB3DB6AE44}" destId="{BABBAE9A-A907-49A4-B074-CDB3F9B5133E}" srcOrd="0" destOrd="0" presId="urn:microsoft.com/office/officeart/2005/8/layout/vList2"/>
    <dgm:cxn modelId="{A37A0D27-27AF-49E5-84EC-A65FF9055FBE}" type="presParOf" srcId="{9811072F-F70A-4969-A69B-B8AE6698402B}" destId="{BCD5D6B4-4D16-4CE7-8E4B-A02159A7A89E}" srcOrd="0" destOrd="0" presId="urn:microsoft.com/office/officeart/2005/8/layout/vList2"/>
    <dgm:cxn modelId="{D57B40D1-9C46-4A61-8015-780FE9BA9FA0}" type="presParOf" srcId="{9811072F-F70A-4969-A69B-B8AE6698402B}" destId="{92EFCFE3-0CA6-4C7F-BA3C-AA1D3B70DA5E}" srcOrd="1" destOrd="0" presId="urn:microsoft.com/office/officeart/2005/8/layout/vList2"/>
    <dgm:cxn modelId="{5CBCBD74-F6DC-40AE-9A35-CBBFA247D124}" type="presParOf" srcId="{9811072F-F70A-4969-A69B-B8AE6698402B}" destId="{BABBAE9A-A907-49A4-B074-CDB3F9B5133E}" srcOrd="2" destOrd="0" presId="urn:microsoft.com/office/officeart/2005/8/layout/vList2"/>
    <dgm:cxn modelId="{2BB32DED-8EDF-4B3E-9823-37813ABA1A96}" type="presParOf" srcId="{9811072F-F70A-4969-A69B-B8AE6698402B}" destId="{68792691-9799-4413-981B-0D78282401FB}" srcOrd="3" destOrd="0" presId="urn:microsoft.com/office/officeart/2005/8/layout/vList2"/>
    <dgm:cxn modelId="{55F6F9AF-4CF6-4C70-8337-F5974F864A25}" type="presParOf" srcId="{9811072F-F70A-4969-A69B-B8AE6698402B}" destId="{F71364CF-4249-4DDF-ACBC-DDBE833F5662}" srcOrd="4" destOrd="0" presId="urn:microsoft.com/office/officeart/2005/8/layout/vList2"/>
    <dgm:cxn modelId="{77FFA743-3C8F-446D-9E2D-7F8B725EC158}" type="presParOf" srcId="{9811072F-F70A-4969-A69B-B8AE6698402B}" destId="{8DA5DDC2-F1C1-4BBE-BE1D-A35DE93069A3}" srcOrd="5" destOrd="0" presId="urn:microsoft.com/office/officeart/2005/8/layout/vList2"/>
    <dgm:cxn modelId="{382248E8-81F3-44CF-9677-DACE9ACDA647}" type="presParOf" srcId="{9811072F-F70A-4969-A69B-B8AE6698402B}" destId="{048AD359-5D6D-43ED-ACE1-E1BD5307CA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69D701-F17F-4195-BEA2-09AA6230EECC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3327224-6480-4AF9-8D4D-0756C4AABBE8}">
      <dgm:prSet/>
      <dgm:spPr/>
      <dgm:t>
        <a:bodyPr/>
        <a:lstStyle/>
        <a:p>
          <a:r>
            <a:rPr lang="en-IN"/>
            <a:t>Hybrid infrastructure = On-premise servers + Cloud resources.</a:t>
          </a:r>
          <a:endParaRPr lang="en-US"/>
        </a:p>
      </dgm:t>
    </dgm:pt>
    <dgm:pt modelId="{64174882-45F3-44B3-8F3D-D89822A9285B}" type="parTrans" cxnId="{22287D5E-8A7A-4E2A-8340-B7350D5B78CB}">
      <dgm:prSet/>
      <dgm:spPr/>
      <dgm:t>
        <a:bodyPr/>
        <a:lstStyle/>
        <a:p>
          <a:endParaRPr lang="en-US"/>
        </a:p>
      </dgm:t>
    </dgm:pt>
    <dgm:pt modelId="{5A57812E-7F1C-4EF8-A374-8515574A9A6E}" type="sibTrans" cxnId="{22287D5E-8A7A-4E2A-8340-B7350D5B78CB}">
      <dgm:prSet/>
      <dgm:spPr/>
      <dgm:t>
        <a:bodyPr/>
        <a:lstStyle/>
        <a:p>
          <a:endParaRPr lang="en-US"/>
        </a:p>
      </dgm:t>
    </dgm:pt>
    <dgm:pt modelId="{ABB95F15-E684-43E5-B3E8-2D8341E5D4C2}">
      <dgm:prSet/>
      <dgm:spPr/>
      <dgm:t>
        <a:bodyPr/>
        <a:lstStyle/>
        <a:p>
          <a:r>
            <a:rPr lang="en-IN"/>
            <a:t>Data sync via APIs, VPNs, and Azure Arc.</a:t>
          </a:r>
          <a:endParaRPr lang="en-US"/>
        </a:p>
      </dgm:t>
    </dgm:pt>
    <dgm:pt modelId="{F450E757-D038-470F-9C2F-72A16C64B206}" type="parTrans" cxnId="{7D93E7D1-12DD-4D62-BE5D-8E422324A333}">
      <dgm:prSet/>
      <dgm:spPr/>
      <dgm:t>
        <a:bodyPr/>
        <a:lstStyle/>
        <a:p>
          <a:endParaRPr lang="en-US"/>
        </a:p>
      </dgm:t>
    </dgm:pt>
    <dgm:pt modelId="{F89F26F8-DAA7-4BA3-A63A-C546D9DEE3C2}" type="sibTrans" cxnId="{7D93E7D1-12DD-4D62-BE5D-8E422324A333}">
      <dgm:prSet/>
      <dgm:spPr/>
      <dgm:t>
        <a:bodyPr/>
        <a:lstStyle/>
        <a:p>
          <a:endParaRPr lang="en-US"/>
        </a:p>
      </dgm:t>
    </dgm:pt>
    <dgm:pt modelId="{8021E074-B390-4882-BC6B-64A7085FACC2}">
      <dgm:prSet/>
      <dgm:spPr/>
      <dgm:t>
        <a:bodyPr/>
        <a:lstStyle/>
        <a:p>
          <a:r>
            <a:rPr lang="en-IN"/>
            <a:t>Benefits: Scalability, backup reliability, cost optimization.</a:t>
          </a:r>
          <a:endParaRPr lang="en-US"/>
        </a:p>
      </dgm:t>
    </dgm:pt>
    <dgm:pt modelId="{4793EF3E-6751-41BB-90DB-B1EBD7259BA5}" type="parTrans" cxnId="{90D9BAAF-730C-4621-A706-4EFCDB41626D}">
      <dgm:prSet/>
      <dgm:spPr/>
      <dgm:t>
        <a:bodyPr/>
        <a:lstStyle/>
        <a:p>
          <a:endParaRPr lang="en-US"/>
        </a:p>
      </dgm:t>
    </dgm:pt>
    <dgm:pt modelId="{2AF12C5E-9892-4891-9615-AB9B316E750E}" type="sibTrans" cxnId="{90D9BAAF-730C-4621-A706-4EFCDB41626D}">
      <dgm:prSet/>
      <dgm:spPr/>
      <dgm:t>
        <a:bodyPr/>
        <a:lstStyle/>
        <a:p>
          <a:endParaRPr lang="en-US"/>
        </a:p>
      </dgm:t>
    </dgm:pt>
    <dgm:pt modelId="{6BDB93B9-E378-4E6B-8D81-865E3CC79E70}">
      <dgm:prSet/>
      <dgm:spPr/>
      <dgm:t>
        <a:bodyPr/>
        <a:lstStyle/>
        <a:p>
          <a:r>
            <a:rPr lang="en-IN"/>
            <a:t>Example: Microsoft 365 hybrid setup with local AD.</a:t>
          </a:r>
          <a:endParaRPr lang="en-US"/>
        </a:p>
      </dgm:t>
    </dgm:pt>
    <dgm:pt modelId="{7EF76B7A-F56D-42F0-A391-59BB8A9AF2B3}" type="parTrans" cxnId="{9BF060D2-D36C-435C-B81F-D882D30E67AD}">
      <dgm:prSet/>
      <dgm:spPr/>
      <dgm:t>
        <a:bodyPr/>
        <a:lstStyle/>
        <a:p>
          <a:endParaRPr lang="en-US"/>
        </a:p>
      </dgm:t>
    </dgm:pt>
    <dgm:pt modelId="{9330BED2-B6C5-45C6-BB0B-DC4B039CCECC}" type="sibTrans" cxnId="{9BF060D2-D36C-435C-B81F-D882D30E67AD}">
      <dgm:prSet/>
      <dgm:spPr/>
      <dgm:t>
        <a:bodyPr/>
        <a:lstStyle/>
        <a:p>
          <a:endParaRPr lang="en-US"/>
        </a:p>
      </dgm:t>
    </dgm:pt>
    <dgm:pt modelId="{6DCA8390-590F-4EAE-B32C-6A0EE8A1DCE9}" type="pres">
      <dgm:prSet presAssocID="{1469D701-F17F-4195-BEA2-09AA6230EECC}" presName="outerComposite" presStyleCnt="0">
        <dgm:presLayoutVars>
          <dgm:chMax val="5"/>
          <dgm:dir/>
          <dgm:resizeHandles val="exact"/>
        </dgm:presLayoutVars>
      </dgm:prSet>
      <dgm:spPr/>
    </dgm:pt>
    <dgm:pt modelId="{159EE612-2072-4A94-A4E4-1D28608E62E5}" type="pres">
      <dgm:prSet presAssocID="{1469D701-F17F-4195-BEA2-09AA6230EECC}" presName="dummyMaxCanvas" presStyleCnt="0">
        <dgm:presLayoutVars/>
      </dgm:prSet>
      <dgm:spPr/>
    </dgm:pt>
    <dgm:pt modelId="{5691AAED-33F8-45A1-B1A1-53E40000BAE9}" type="pres">
      <dgm:prSet presAssocID="{1469D701-F17F-4195-BEA2-09AA6230EECC}" presName="FourNodes_1" presStyleLbl="node1" presStyleIdx="0" presStyleCnt="4">
        <dgm:presLayoutVars>
          <dgm:bulletEnabled val="1"/>
        </dgm:presLayoutVars>
      </dgm:prSet>
      <dgm:spPr/>
    </dgm:pt>
    <dgm:pt modelId="{783CC7F1-E134-4C43-B773-22B682878ADD}" type="pres">
      <dgm:prSet presAssocID="{1469D701-F17F-4195-BEA2-09AA6230EECC}" presName="FourNodes_2" presStyleLbl="node1" presStyleIdx="1" presStyleCnt="4">
        <dgm:presLayoutVars>
          <dgm:bulletEnabled val="1"/>
        </dgm:presLayoutVars>
      </dgm:prSet>
      <dgm:spPr/>
    </dgm:pt>
    <dgm:pt modelId="{F3DD7639-14CA-4CC2-8D5E-400DC48E8D51}" type="pres">
      <dgm:prSet presAssocID="{1469D701-F17F-4195-BEA2-09AA6230EECC}" presName="FourNodes_3" presStyleLbl="node1" presStyleIdx="2" presStyleCnt="4">
        <dgm:presLayoutVars>
          <dgm:bulletEnabled val="1"/>
        </dgm:presLayoutVars>
      </dgm:prSet>
      <dgm:spPr/>
    </dgm:pt>
    <dgm:pt modelId="{D1B85CE8-66BA-4A00-9331-78B732F765F8}" type="pres">
      <dgm:prSet presAssocID="{1469D701-F17F-4195-BEA2-09AA6230EECC}" presName="FourNodes_4" presStyleLbl="node1" presStyleIdx="3" presStyleCnt="4">
        <dgm:presLayoutVars>
          <dgm:bulletEnabled val="1"/>
        </dgm:presLayoutVars>
      </dgm:prSet>
      <dgm:spPr/>
    </dgm:pt>
    <dgm:pt modelId="{96533589-23FF-4EE0-9AAD-E40E6A5D7A6E}" type="pres">
      <dgm:prSet presAssocID="{1469D701-F17F-4195-BEA2-09AA6230EECC}" presName="FourConn_1-2" presStyleLbl="fgAccFollowNode1" presStyleIdx="0" presStyleCnt="3">
        <dgm:presLayoutVars>
          <dgm:bulletEnabled val="1"/>
        </dgm:presLayoutVars>
      </dgm:prSet>
      <dgm:spPr/>
    </dgm:pt>
    <dgm:pt modelId="{ABEFB93F-6BA5-412F-A88E-DBBE80E43299}" type="pres">
      <dgm:prSet presAssocID="{1469D701-F17F-4195-BEA2-09AA6230EECC}" presName="FourConn_2-3" presStyleLbl="fgAccFollowNode1" presStyleIdx="1" presStyleCnt="3">
        <dgm:presLayoutVars>
          <dgm:bulletEnabled val="1"/>
        </dgm:presLayoutVars>
      </dgm:prSet>
      <dgm:spPr/>
    </dgm:pt>
    <dgm:pt modelId="{AB204D7A-A0D6-451B-99FA-7BC51445916B}" type="pres">
      <dgm:prSet presAssocID="{1469D701-F17F-4195-BEA2-09AA6230EECC}" presName="FourConn_3-4" presStyleLbl="fgAccFollowNode1" presStyleIdx="2" presStyleCnt="3">
        <dgm:presLayoutVars>
          <dgm:bulletEnabled val="1"/>
        </dgm:presLayoutVars>
      </dgm:prSet>
      <dgm:spPr/>
    </dgm:pt>
    <dgm:pt modelId="{CA8DB6EA-AE19-4E5E-BDDF-5183B64D2081}" type="pres">
      <dgm:prSet presAssocID="{1469D701-F17F-4195-BEA2-09AA6230EECC}" presName="FourNodes_1_text" presStyleLbl="node1" presStyleIdx="3" presStyleCnt="4">
        <dgm:presLayoutVars>
          <dgm:bulletEnabled val="1"/>
        </dgm:presLayoutVars>
      </dgm:prSet>
      <dgm:spPr/>
    </dgm:pt>
    <dgm:pt modelId="{5E32A959-03D3-46DF-A3B0-C1F518E24132}" type="pres">
      <dgm:prSet presAssocID="{1469D701-F17F-4195-BEA2-09AA6230EECC}" presName="FourNodes_2_text" presStyleLbl="node1" presStyleIdx="3" presStyleCnt="4">
        <dgm:presLayoutVars>
          <dgm:bulletEnabled val="1"/>
        </dgm:presLayoutVars>
      </dgm:prSet>
      <dgm:spPr/>
    </dgm:pt>
    <dgm:pt modelId="{1A90B5F2-74C6-4BE1-92E2-FFF567304AF7}" type="pres">
      <dgm:prSet presAssocID="{1469D701-F17F-4195-BEA2-09AA6230EECC}" presName="FourNodes_3_text" presStyleLbl="node1" presStyleIdx="3" presStyleCnt="4">
        <dgm:presLayoutVars>
          <dgm:bulletEnabled val="1"/>
        </dgm:presLayoutVars>
      </dgm:prSet>
      <dgm:spPr/>
    </dgm:pt>
    <dgm:pt modelId="{348149EA-B932-4F8D-9525-C70D09C40F84}" type="pres">
      <dgm:prSet presAssocID="{1469D701-F17F-4195-BEA2-09AA6230EEC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8720531-2B84-4D1E-AA56-63165B985248}" type="presOf" srcId="{ABB95F15-E684-43E5-B3E8-2D8341E5D4C2}" destId="{5E32A959-03D3-46DF-A3B0-C1F518E24132}" srcOrd="1" destOrd="0" presId="urn:microsoft.com/office/officeart/2005/8/layout/vProcess5"/>
    <dgm:cxn modelId="{95A7CC31-5045-442E-BD76-4D6F79F72B48}" type="presOf" srcId="{5A57812E-7F1C-4EF8-A374-8515574A9A6E}" destId="{96533589-23FF-4EE0-9AAD-E40E6A5D7A6E}" srcOrd="0" destOrd="0" presId="urn:microsoft.com/office/officeart/2005/8/layout/vProcess5"/>
    <dgm:cxn modelId="{22287D5E-8A7A-4E2A-8340-B7350D5B78CB}" srcId="{1469D701-F17F-4195-BEA2-09AA6230EECC}" destId="{23327224-6480-4AF9-8D4D-0756C4AABBE8}" srcOrd="0" destOrd="0" parTransId="{64174882-45F3-44B3-8F3D-D89822A9285B}" sibTransId="{5A57812E-7F1C-4EF8-A374-8515574A9A6E}"/>
    <dgm:cxn modelId="{6AF38350-11EF-4C4F-91B5-61E0DF272A9E}" type="presOf" srcId="{8021E074-B390-4882-BC6B-64A7085FACC2}" destId="{1A90B5F2-74C6-4BE1-92E2-FFF567304AF7}" srcOrd="1" destOrd="0" presId="urn:microsoft.com/office/officeart/2005/8/layout/vProcess5"/>
    <dgm:cxn modelId="{0BD27352-CF21-4AA1-952E-E66D3DAF1359}" type="presOf" srcId="{F89F26F8-DAA7-4BA3-A63A-C546D9DEE3C2}" destId="{ABEFB93F-6BA5-412F-A88E-DBBE80E43299}" srcOrd="0" destOrd="0" presId="urn:microsoft.com/office/officeart/2005/8/layout/vProcess5"/>
    <dgm:cxn modelId="{E31F2283-3D14-4757-89E1-55C70EB23585}" type="presOf" srcId="{23327224-6480-4AF9-8D4D-0756C4AABBE8}" destId="{CA8DB6EA-AE19-4E5E-BDDF-5183B64D2081}" srcOrd="1" destOrd="0" presId="urn:microsoft.com/office/officeart/2005/8/layout/vProcess5"/>
    <dgm:cxn modelId="{A4A66A9C-F193-40F7-9740-7C49B27BAAFC}" type="presOf" srcId="{6BDB93B9-E378-4E6B-8D81-865E3CC79E70}" destId="{348149EA-B932-4F8D-9525-C70D09C40F84}" srcOrd="1" destOrd="0" presId="urn:microsoft.com/office/officeart/2005/8/layout/vProcess5"/>
    <dgm:cxn modelId="{737AEAA8-AEDD-4CC2-A64F-7168543D3C8C}" type="presOf" srcId="{ABB95F15-E684-43E5-B3E8-2D8341E5D4C2}" destId="{783CC7F1-E134-4C43-B773-22B682878ADD}" srcOrd="0" destOrd="0" presId="urn:microsoft.com/office/officeart/2005/8/layout/vProcess5"/>
    <dgm:cxn modelId="{90D9BAAF-730C-4621-A706-4EFCDB41626D}" srcId="{1469D701-F17F-4195-BEA2-09AA6230EECC}" destId="{8021E074-B390-4882-BC6B-64A7085FACC2}" srcOrd="2" destOrd="0" parTransId="{4793EF3E-6751-41BB-90DB-B1EBD7259BA5}" sibTransId="{2AF12C5E-9892-4891-9615-AB9B316E750E}"/>
    <dgm:cxn modelId="{821F3EC7-CD1C-42A1-9097-0396310EA48D}" type="presOf" srcId="{2AF12C5E-9892-4891-9615-AB9B316E750E}" destId="{AB204D7A-A0D6-451B-99FA-7BC51445916B}" srcOrd="0" destOrd="0" presId="urn:microsoft.com/office/officeart/2005/8/layout/vProcess5"/>
    <dgm:cxn modelId="{551FBDD1-6C34-4DE2-91C9-CA5C57DC34B5}" type="presOf" srcId="{6BDB93B9-E378-4E6B-8D81-865E3CC79E70}" destId="{D1B85CE8-66BA-4A00-9331-78B732F765F8}" srcOrd="0" destOrd="0" presId="urn:microsoft.com/office/officeart/2005/8/layout/vProcess5"/>
    <dgm:cxn modelId="{7D93E7D1-12DD-4D62-BE5D-8E422324A333}" srcId="{1469D701-F17F-4195-BEA2-09AA6230EECC}" destId="{ABB95F15-E684-43E5-B3E8-2D8341E5D4C2}" srcOrd="1" destOrd="0" parTransId="{F450E757-D038-470F-9C2F-72A16C64B206}" sibTransId="{F89F26F8-DAA7-4BA3-A63A-C546D9DEE3C2}"/>
    <dgm:cxn modelId="{9BF060D2-D36C-435C-B81F-D882D30E67AD}" srcId="{1469D701-F17F-4195-BEA2-09AA6230EECC}" destId="{6BDB93B9-E378-4E6B-8D81-865E3CC79E70}" srcOrd="3" destOrd="0" parTransId="{7EF76B7A-F56D-42F0-A391-59BB8A9AF2B3}" sibTransId="{9330BED2-B6C5-45C6-BB0B-DC4B039CCECC}"/>
    <dgm:cxn modelId="{A191D1D2-783A-420D-89B5-4A745B8D5D30}" type="presOf" srcId="{23327224-6480-4AF9-8D4D-0756C4AABBE8}" destId="{5691AAED-33F8-45A1-B1A1-53E40000BAE9}" srcOrd="0" destOrd="0" presId="urn:microsoft.com/office/officeart/2005/8/layout/vProcess5"/>
    <dgm:cxn modelId="{37974BDB-AC83-42EA-A605-453F7F28DF43}" type="presOf" srcId="{1469D701-F17F-4195-BEA2-09AA6230EECC}" destId="{6DCA8390-590F-4EAE-B32C-6A0EE8A1DCE9}" srcOrd="0" destOrd="0" presId="urn:microsoft.com/office/officeart/2005/8/layout/vProcess5"/>
    <dgm:cxn modelId="{F8429AF8-1746-4FBA-AAEA-F89E99F0693D}" type="presOf" srcId="{8021E074-B390-4882-BC6B-64A7085FACC2}" destId="{F3DD7639-14CA-4CC2-8D5E-400DC48E8D51}" srcOrd="0" destOrd="0" presId="urn:microsoft.com/office/officeart/2005/8/layout/vProcess5"/>
    <dgm:cxn modelId="{131519D9-C5E7-4CD4-9A12-B0094E733620}" type="presParOf" srcId="{6DCA8390-590F-4EAE-B32C-6A0EE8A1DCE9}" destId="{159EE612-2072-4A94-A4E4-1D28608E62E5}" srcOrd="0" destOrd="0" presId="urn:microsoft.com/office/officeart/2005/8/layout/vProcess5"/>
    <dgm:cxn modelId="{674D1FE5-B85D-4F7D-8467-92353EFE4B32}" type="presParOf" srcId="{6DCA8390-590F-4EAE-B32C-6A0EE8A1DCE9}" destId="{5691AAED-33F8-45A1-B1A1-53E40000BAE9}" srcOrd="1" destOrd="0" presId="urn:microsoft.com/office/officeart/2005/8/layout/vProcess5"/>
    <dgm:cxn modelId="{18E26725-2724-43FB-B739-798DE7DAB5DF}" type="presParOf" srcId="{6DCA8390-590F-4EAE-B32C-6A0EE8A1DCE9}" destId="{783CC7F1-E134-4C43-B773-22B682878ADD}" srcOrd="2" destOrd="0" presId="urn:microsoft.com/office/officeart/2005/8/layout/vProcess5"/>
    <dgm:cxn modelId="{A9CC46A2-ADB5-4CD2-98F8-542EEBEA8E09}" type="presParOf" srcId="{6DCA8390-590F-4EAE-B32C-6A0EE8A1DCE9}" destId="{F3DD7639-14CA-4CC2-8D5E-400DC48E8D51}" srcOrd="3" destOrd="0" presId="urn:microsoft.com/office/officeart/2005/8/layout/vProcess5"/>
    <dgm:cxn modelId="{CC451A41-58EA-4DA2-91F9-E26D8EA65897}" type="presParOf" srcId="{6DCA8390-590F-4EAE-B32C-6A0EE8A1DCE9}" destId="{D1B85CE8-66BA-4A00-9331-78B732F765F8}" srcOrd="4" destOrd="0" presId="urn:microsoft.com/office/officeart/2005/8/layout/vProcess5"/>
    <dgm:cxn modelId="{DEF702DB-2F09-4B85-BB01-93DE99E2A516}" type="presParOf" srcId="{6DCA8390-590F-4EAE-B32C-6A0EE8A1DCE9}" destId="{96533589-23FF-4EE0-9AAD-E40E6A5D7A6E}" srcOrd="5" destOrd="0" presId="urn:microsoft.com/office/officeart/2005/8/layout/vProcess5"/>
    <dgm:cxn modelId="{262EB605-39E9-4AFE-9ED9-60620788910E}" type="presParOf" srcId="{6DCA8390-590F-4EAE-B32C-6A0EE8A1DCE9}" destId="{ABEFB93F-6BA5-412F-A88E-DBBE80E43299}" srcOrd="6" destOrd="0" presId="urn:microsoft.com/office/officeart/2005/8/layout/vProcess5"/>
    <dgm:cxn modelId="{FAFDF5DC-930E-4AC7-86C3-FFB85F5D3530}" type="presParOf" srcId="{6DCA8390-590F-4EAE-B32C-6A0EE8A1DCE9}" destId="{AB204D7A-A0D6-451B-99FA-7BC51445916B}" srcOrd="7" destOrd="0" presId="urn:microsoft.com/office/officeart/2005/8/layout/vProcess5"/>
    <dgm:cxn modelId="{3D49E4A2-0EE4-44F7-BB94-F866DD85A5ED}" type="presParOf" srcId="{6DCA8390-590F-4EAE-B32C-6A0EE8A1DCE9}" destId="{CA8DB6EA-AE19-4E5E-BDDF-5183B64D2081}" srcOrd="8" destOrd="0" presId="urn:microsoft.com/office/officeart/2005/8/layout/vProcess5"/>
    <dgm:cxn modelId="{64F83447-9716-4EEA-BD09-C6D910B7AB4D}" type="presParOf" srcId="{6DCA8390-590F-4EAE-B32C-6A0EE8A1DCE9}" destId="{5E32A959-03D3-46DF-A3B0-C1F518E24132}" srcOrd="9" destOrd="0" presId="urn:microsoft.com/office/officeart/2005/8/layout/vProcess5"/>
    <dgm:cxn modelId="{F40E5613-4CE0-45C0-AA5B-277DF6AF2F45}" type="presParOf" srcId="{6DCA8390-590F-4EAE-B32C-6A0EE8A1DCE9}" destId="{1A90B5F2-74C6-4BE1-92E2-FFF567304AF7}" srcOrd="10" destOrd="0" presId="urn:microsoft.com/office/officeart/2005/8/layout/vProcess5"/>
    <dgm:cxn modelId="{730D1FAB-6B49-44BF-BF77-F755BABF12A9}" type="presParOf" srcId="{6DCA8390-590F-4EAE-B32C-6A0EE8A1DCE9}" destId="{348149EA-B932-4F8D-9525-C70D09C40F8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3D26DE6-FAA1-488A-AAE3-BCB848257ED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FB8774-198E-4570-8343-CD80E831C66B}">
      <dgm:prSet/>
      <dgm:spPr/>
      <dgm:t>
        <a:bodyPr/>
        <a:lstStyle/>
        <a:p>
          <a:r>
            <a:rPr lang="en-IN"/>
            <a:t>SaaS (Software as a Service):</a:t>
          </a:r>
          <a:endParaRPr lang="en-US"/>
        </a:p>
      </dgm:t>
    </dgm:pt>
    <dgm:pt modelId="{23880681-0F99-4E11-BE3A-ABDCE17574AF}" type="parTrans" cxnId="{E613A4C3-9F12-4258-9A56-B31708C957E5}">
      <dgm:prSet/>
      <dgm:spPr/>
      <dgm:t>
        <a:bodyPr/>
        <a:lstStyle/>
        <a:p>
          <a:endParaRPr lang="en-US"/>
        </a:p>
      </dgm:t>
    </dgm:pt>
    <dgm:pt modelId="{1524F8D2-685B-42EE-9C61-2880C22FE845}" type="sibTrans" cxnId="{E613A4C3-9F12-4258-9A56-B31708C957E5}">
      <dgm:prSet/>
      <dgm:spPr/>
      <dgm:t>
        <a:bodyPr/>
        <a:lstStyle/>
        <a:p>
          <a:endParaRPr lang="en-US"/>
        </a:p>
      </dgm:t>
    </dgm:pt>
    <dgm:pt modelId="{AE200E99-3C01-4CAE-AED6-61BA84F7BEE4}">
      <dgm:prSet/>
      <dgm:spPr/>
      <dgm:t>
        <a:bodyPr/>
        <a:lstStyle/>
        <a:p>
          <a:r>
            <a:rPr lang="en-IN"/>
            <a:t>Ready-to-use cloud applications.</a:t>
          </a:r>
          <a:endParaRPr lang="en-US"/>
        </a:p>
      </dgm:t>
    </dgm:pt>
    <dgm:pt modelId="{E574C13A-20C0-44B5-83B8-79B154BA44A7}" type="parTrans" cxnId="{FBF228E0-628D-4022-A7DD-4E31222197E8}">
      <dgm:prSet/>
      <dgm:spPr/>
      <dgm:t>
        <a:bodyPr/>
        <a:lstStyle/>
        <a:p>
          <a:endParaRPr lang="en-US"/>
        </a:p>
      </dgm:t>
    </dgm:pt>
    <dgm:pt modelId="{53095C95-1B93-4761-9F28-E8861DA8CC14}" type="sibTrans" cxnId="{FBF228E0-628D-4022-A7DD-4E31222197E8}">
      <dgm:prSet/>
      <dgm:spPr/>
      <dgm:t>
        <a:bodyPr/>
        <a:lstStyle/>
        <a:p>
          <a:endParaRPr lang="en-US"/>
        </a:p>
      </dgm:t>
    </dgm:pt>
    <dgm:pt modelId="{8AF71E92-BBD6-4D61-830B-AF1B48D83744}">
      <dgm:prSet/>
      <dgm:spPr/>
      <dgm:t>
        <a:bodyPr/>
        <a:lstStyle/>
        <a:p>
          <a:r>
            <a:rPr lang="en-IN"/>
            <a:t>Example: Microsoft 365, Salesforce.</a:t>
          </a:r>
          <a:endParaRPr lang="en-US"/>
        </a:p>
      </dgm:t>
    </dgm:pt>
    <dgm:pt modelId="{4389EA56-6A08-4B7B-9E71-D9AE234A6FCE}" type="parTrans" cxnId="{5350693A-3CCB-4D6A-AC55-E455A69C989A}">
      <dgm:prSet/>
      <dgm:spPr/>
      <dgm:t>
        <a:bodyPr/>
        <a:lstStyle/>
        <a:p>
          <a:endParaRPr lang="en-US"/>
        </a:p>
      </dgm:t>
    </dgm:pt>
    <dgm:pt modelId="{D76FF116-08FB-44FB-A052-6A0AB84A2C9A}" type="sibTrans" cxnId="{5350693A-3CCB-4D6A-AC55-E455A69C989A}">
      <dgm:prSet/>
      <dgm:spPr/>
      <dgm:t>
        <a:bodyPr/>
        <a:lstStyle/>
        <a:p>
          <a:endParaRPr lang="en-US"/>
        </a:p>
      </dgm:t>
    </dgm:pt>
    <dgm:pt modelId="{CF8E8F56-8711-469D-8A40-63678A018A5B}">
      <dgm:prSet/>
      <dgm:spPr/>
      <dgm:t>
        <a:bodyPr/>
        <a:lstStyle/>
        <a:p>
          <a:r>
            <a:rPr lang="en-IN"/>
            <a:t>Key Differences Table (IaaS vs PaaS vs SaaS).</a:t>
          </a:r>
          <a:endParaRPr lang="en-US"/>
        </a:p>
      </dgm:t>
    </dgm:pt>
    <dgm:pt modelId="{1C1644D9-7C63-40CF-BD31-0CCA464C22DA}" type="parTrans" cxnId="{5566E36B-DA7B-497A-B287-8C60BD92F711}">
      <dgm:prSet/>
      <dgm:spPr/>
      <dgm:t>
        <a:bodyPr/>
        <a:lstStyle/>
        <a:p>
          <a:endParaRPr lang="en-US"/>
        </a:p>
      </dgm:t>
    </dgm:pt>
    <dgm:pt modelId="{AD6B8FD0-5C10-4A8C-A3CC-86E1F23A3F3E}" type="sibTrans" cxnId="{5566E36B-DA7B-497A-B287-8C60BD92F711}">
      <dgm:prSet/>
      <dgm:spPr/>
      <dgm:t>
        <a:bodyPr/>
        <a:lstStyle/>
        <a:p>
          <a:endParaRPr lang="en-US"/>
        </a:p>
      </dgm:t>
    </dgm:pt>
    <dgm:pt modelId="{84A8D6DF-9D6A-4E90-8DD4-5D22D1499D4A}">
      <dgm:prSet/>
      <dgm:spPr/>
      <dgm:t>
        <a:bodyPr/>
        <a:lstStyle/>
        <a:p>
          <a:r>
            <a:rPr lang="en-IN"/>
            <a:t>Benefits: Reduced cost, flexibility, automatic updates.</a:t>
          </a:r>
          <a:endParaRPr lang="en-US"/>
        </a:p>
      </dgm:t>
    </dgm:pt>
    <dgm:pt modelId="{3A198C3D-F302-4035-A871-7F6981706D2A}" type="parTrans" cxnId="{BAD69B9D-70FF-4C06-9CAF-07EDA2B16E6A}">
      <dgm:prSet/>
      <dgm:spPr/>
      <dgm:t>
        <a:bodyPr/>
        <a:lstStyle/>
        <a:p>
          <a:endParaRPr lang="en-US"/>
        </a:p>
      </dgm:t>
    </dgm:pt>
    <dgm:pt modelId="{C619A4BA-7A52-46B9-8504-66764FF1B164}" type="sibTrans" cxnId="{BAD69B9D-70FF-4C06-9CAF-07EDA2B16E6A}">
      <dgm:prSet/>
      <dgm:spPr/>
      <dgm:t>
        <a:bodyPr/>
        <a:lstStyle/>
        <a:p>
          <a:endParaRPr lang="en-US"/>
        </a:p>
      </dgm:t>
    </dgm:pt>
    <dgm:pt modelId="{7A1087D3-F0C1-455D-A71D-26CBA30D76C4}" type="pres">
      <dgm:prSet presAssocID="{53D26DE6-FAA1-488A-AAE3-BCB848257ED2}" presName="root" presStyleCnt="0">
        <dgm:presLayoutVars>
          <dgm:dir/>
          <dgm:resizeHandles val="exact"/>
        </dgm:presLayoutVars>
      </dgm:prSet>
      <dgm:spPr/>
    </dgm:pt>
    <dgm:pt modelId="{2DDB369C-7A69-46F7-8542-C9DAA5EF6F51}" type="pres">
      <dgm:prSet presAssocID="{82FB8774-198E-4570-8343-CD80E831C66B}" presName="compNode" presStyleCnt="0"/>
      <dgm:spPr/>
    </dgm:pt>
    <dgm:pt modelId="{AC20C69C-E328-4935-8044-30435C06F20C}" type="pres">
      <dgm:prSet presAssocID="{82FB8774-198E-4570-8343-CD80E831C66B}" presName="bgRect" presStyleLbl="bgShp" presStyleIdx="0" presStyleCnt="3"/>
      <dgm:spPr/>
    </dgm:pt>
    <dgm:pt modelId="{410C9D20-73A1-4B96-B687-699202B24D96}" type="pres">
      <dgm:prSet presAssocID="{82FB8774-198E-4570-8343-CD80E831C6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B729678-AC52-40DF-AACE-ED0AA9453ED0}" type="pres">
      <dgm:prSet presAssocID="{82FB8774-198E-4570-8343-CD80E831C66B}" presName="spaceRect" presStyleCnt="0"/>
      <dgm:spPr/>
    </dgm:pt>
    <dgm:pt modelId="{20EACA12-E322-4FC5-8728-B5603DBAED44}" type="pres">
      <dgm:prSet presAssocID="{82FB8774-198E-4570-8343-CD80E831C66B}" presName="parTx" presStyleLbl="revTx" presStyleIdx="0" presStyleCnt="4">
        <dgm:presLayoutVars>
          <dgm:chMax val="0"/>
          <dgm:chPref val="0"/>
        </dgm:presLayoutVars>
      </dgm:prSet>
      <dgm:spPr/>
    </dgm:pt>
    <dgm:pt modelId="{0F85C5C6-A300-4287-94DB-99B9396558E6}" type="pres">
      <dgm:prSet presAssocID="{82FB8774-198E-4570-8343-CD80E831C66B}" presName="desTx" presStyleLbl="revTx" presStyleIdx="1" presStyleCnt="4">
        <dgm:presLayoutVars/>
      </dgm:prSet>
      <dgm:spPr/>
    </dgm:pt>
    <dgm:pt modelId="{D678B3BD-1BE6-4B91-8679-9850798B6960}" type="pres">
      <dgm:prSet presAssocID="{1524F8D2-685B-42EE-9C61-2880C22FE845}" presName="sibTrans" presStyleCnt="0"/>
      <dgm:spPr/>
    </dgm:pt>
    <dgm:pt modelId="{E9BF39E6-364B-471C-884B-3A93703E609C}" type="pres">
      <dgm:prSet presAssocID="{CF8E8F56-8711-469D-8A40-63678A018A5B}" presName="compNode" presStyleCnt="0"/>
      <dgm:spPr/>
    </dgm:pt>
    <dgm:pt modelId="{BF4D9019-28DE-454C-961D-B333C18A5B6E}" type="pres">
      <dgm:prSet presAssocID="{CF8E8F56-8711-469D-8A40-63678A018A5B}" presName="bgRect" presStyleLbl="bgShp" presStyleIdx="1" presStyleCnt="3"/>
      <dgm:spPr/>
    </dgm:pt>
    <dgm:pt modelId="{3FAEA1C3-EB06-492B-B9A3-0586E85AD80B}" type="pres">
      <dgm:prSet presAssocID="{CF8E8F56-8711-469D-8A40-63678A018A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BF7A5E-BB9D-401E-8B50-DBBB287989B5}" type="pres">
      <dgm:prSet presAssocID="{CF8E8F56-8711-469D-8A40-63678A018A5B}" presName="spaceRect" presStyleCnt="0"/>
      <dgm:spPr/>
    </dgm:pt>
    <dgm:pt modelId="{25813AF4-A5E0-46D5-8BA2-EBB68C3C4CEF}" type="pres">
      <dgm:prSet presAssocID="{CF8E8F56-8711-469D-8A40-63678A018A5B}" presName="parTx" presStyleLbl="revTx" presStyleIdx="2" presStyleCnt="4">
        <dgm:presLayoutVars>
          <dgm:chMax val="0"/>
          <dgm:chPref val="0"/>
        </dgm:presLayoutVars>
      </dgm:prSet>
      <dgm:spPr/>
    </dgm:pt>
    <dgm:pt modelId="{0CF35270-DD1E-47DF-A390-7B606F75856D}" type="pres">
      <dgm:prSet presAssocID="{AD6B8FD0-5C10-4A8C-A3CC-86E1F23A3F3E}" presName="sibTrans" presStyleCnt="0"/>
      <dgm:spPr/>
    </dgm:pt>
    <dgm:pt modelId="{3DD09895-77F0-4F61-B73F-41E5D39D752D}" type="pres">
      <dgm:prSet presAssocID="{84A8D6DF-9D6A-4E90-8DD4-5D22D1499D4A}" presName="compNode" presStyleCnt="0"/>
      <dgm:spPr/>
    </dgm:pt>
    <dgm:pt modelId="{543EBBC2-937F-49EE-84AC-9F0C7DABA0A0}" type="pres">
      <dgm:prSet presAssocID="{84A8D6DF-9D6A-4E90-8DD4-5D22D1499D4A}" presName="bgRect" presStyleLbl="bgShp" presStyleIdx="2" presStyleCnt="3"/>
      <dgm:spPr/>
    </dgm:pt>
    <dgm:pt modelId="{403F26B8-3FF0-4711-B697-39616325EEC0}" type="pres">
      <dgm:prSet presAssocID="{84A8D6DF-9D6A-4E90-8DD4-5D22D1499D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67482600-3E3E-4FC7-9714-CE60B6489F58}" type="pres">
      <dgm:prSet presAssocID="{84A8D6DF-9D6A-4E90-8DD4-5D22D1499D4A}" presName="spaceRect" presStyleCnt="0"/>
      <dgm:spPr/>
    </dgm:pt>
    <dgm:pt modelId="{E66B67A5-0B64-4ED7-A364-DE55D4E316AD}" type="pres">
      <dgm:prSet presAssocID="{84A8D6DF-9D6A-4E90-8DD4-5D22D1499D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012A616-7C30-44E6-9D3D-F06741F0A166}" type="presOf" srcId="{82FB8774-198E-4570-8343-CD80E831C66B}" destId="{20EACA12-E322-4FC5-8728-B5603DBAED44}" srcOrd="0" destOrd="0" presId="urn:microsoft.com/office/officeart/2018/2/layout/IconVerticalSolidList"/>
    <dgm:cxn modelId="{5350693A-3CCB-4D6A-AC55-E455A69C989A}" srcId="{82FB8774-198E-4570-8343-CD80E831C66B}" destId="{8AF71E92-BBD6-4D61-830B-AF1B48D83744}" srcOrd="1" destOrd="0" parTransId="{4389EA56-6A08-4B7B-9E71-D9AE234A6FCE}" sibTransId="{D76FF116-08FB-44FB-A052-6A0AB84A2C9A}"/>
    <dgm:cxn modelId="{5566E36B-DA7B-497A-B287-8C60BD92F711}" srcId="{53D26DE6-FAA1-488A-AAE3-BCB848257ED2}" destId="{CF8E8F56-8711-469D-8A40-63678A018A5B}" srcOrd="1" destOrd="0" parTransId="{1C1644D9-7C63-40CF-BD31-0CCA464C22DA}" sibTransId="{AD6B8FD0-5C10-4A8C-A3CC-86E1F23A3F3E}"/>
    <dgm:cxn modelId="{6604BC80-90AD-4DBA-BD54-B2B66BCB27C4}" type="presOf" srcId="{53D26DE6-FAA1-488A-AAE3-BCB848257ED2}" destId="{7A1087D3-F0C1-455D-A71D-26CBA30D76C4}" srcOrd="0" destOrd="0" presId="urn:microsoft.com/office/officeart/2018/2/layout/IconVerticalSolidList"/>
    <dgm:cxn modelId="{A8F49D89-31C1-44A1-95AE-E1B54F501F06}" type="presOf" srcId="{AE200E99-3C01-4CAE-AED6-61BA84F7BEE4}" destId="{0F85C5C6-A300-4287-94DB-99B9396558E6}" srcOrd="0" destOrd="0" presId="urn:microsoft.com/office/officeart/2018/2/layout/IconVerticalSolidList"/>
    <dgm:cxn modelId="{BAD69B9D-70FF-4C06-9CAF-07EDA2B16E6A}" srcId="{53D26DE6-FAA1-488A-AAE3-BCB848257ED2}" destId="{84A8D6DF-9D6A-4E90-8DD4-5D22D1499D4A}" srcOrd="2" destOrd="0" parTransId="{3A198C3D-F302-4035-A871-7F6981706D2A}" sibTransId="{C619A4BA-7A52-46B9-8504-66764FF1B164}"/>
    <dgm:cxn modelId="{E613A4C3-9F12-4258-9A56-B31708C957E5}" srcId="{53D26DE6-FAA1-488A-AAE3-BCB848257ED2}" destId="{82FB8774-198E-4570-8343-CD80E831C66B}" srcOrd="0" destOrd="0" parTransId="{23880681-0F99-4E11-BE3A-ABDCE17574AF}" sibTransId="{1524F8D2-685B-42EE-9C61-2880C22FE845}"/>
    <dgm:cxn modelId="{F00D80D1-EB60-47A4-9894-068355C67672}" type="presOf" srcId="{84A8D6DF-9D6A-4E90-8DD4-5D22D1499D4A}" destId="{E66B67A5-0B64-4ED7-A364-DE55D4E316AD}" srcOrd="0" destOrd="0" presId="urn:microsoft.com/office/officeart/2018/2/layout/IconVerticalSolidList"/>
    <dgm:cxn modelId="{C8281FDD-D2FD-42FF-8EB9-46623D4AE579}" type="presOf" srcId="{8AF71E92-BBD6-4D61-830B-AF1B48D83744}" destId="{0F85C5C6-A300-4287-94DB-99B9396558E6}" srcOrd="0" destOrd="1" presId="urn:microsoft.com/office/officeart/2018/2/layout/IconVerticalSolidList"/>
    <dgm:cxn modelId="{FBF228E0-628D-4022-A7DD-4E31222197E8}" srcId="{82FB8774-198E-4570-8343-CD80E831C66B}" destId="{AE200E99-3C01-4CAE-AED6-61BA84F7BEE4}" srcOrd="0" destOrd="0" parTransId="{E574C13A-20C0-44B5-83B8-79B154BA44A7}" sibTransId="{53095C95-1B93-4761-9F28-E8861DA8CC14}"/>
    <dgm:cxn modelId="{3A58BEE2-4F4C-4930-A2FE-0E5D02112393}" type="presOf" srcId="{CF8E8F56-8711-469D-8A40-63678A018A5B}" destId="{25813AF4-A5E0-46D5-8BA2-EBB68C3C4CEF}" srcOrd="0" destOrd="0" presId="urn:microsoft.com/office/officeart/2018/2/layout/IconVerticalSolidList"/>
    <dgm:cxn modelId="{DABF916E-4A76-4C63-A5A5-B0B523AD5668}" type="presParOf" srcId="{7A1087D3-F0C1-455D-A71D-26CBA30D76C4}" destId="{2DDB369C-7A69-46F7-8542-C9DAA5EF6F51}" srcOrd="0" destOrd="0" presId="urn:microsoft.com/office/officeart/2018/2/layout/IconVerticalSolidList"/>
    <dgm:cxn modelId="{8C73AB3D-01E6-4B1C-A51F-B11E728A7D91}" type="presParOf" srcId="{2DDB369C-7A69-46F7-8542-C9DAA5EF6F51}" destId="{AC20C69C-E328-4935-8044-30435C06F20C}" srcOrd="0" destOrd="0" presId="urn:microsoft.com/office/officeart/2018/2/layout/IconVerticalSolidList"/>
    <dgm:cxn modelId="{E2457962-8E28-44B9-9B4E-881FC945988D}" type="presParOf" srcId="{2DDB369C-7A69-46F7-8542-C9DAA5EF6F51}" destId="{410C9D20-73A1-4B96-B687-699202B24D96}" srcOrd="1" destOrd="0" presId="urn:microsoft.com/office/officeart/2018/2/layout/IconVerticalSolidList"/>
    <dgm:cxn modelId="{CEB62D04-B53B-466A-A22C-78D52FDC94BC}" type="presParOf" srcId="{2DDB369C-7A69-46F7-8542-C9DAA5EF6F51}" destId="{BB729678-AC52-40DF-AACE-ED0AA9453ED0}" srcOrd="2" destOrd="0" presId="urn:microsoft.com/office/officeart/2018/2/layout/IconVerticalSolidList"/>
    <dgm:cxn modelId="{A2596314-268C-4039-89B2-71383F4D52DA}" type="presParOf" srcId="{2DDB369C-7A69-46F7-8542-C9DAA5EF6F51}" destId="{20EACA12-E322-4FC5-8728-B5603DBAED44}" srcOrd="3" destOrd="0" presId="urn:microsoft.com/office/officeart/2018/2/layout/IconVerticalSolidList"/>
    <dgm:cxn modelId="{4028A095-E2E1-4C16-866F-EE24474B7FFC}" type="presParOf" srcId="{2DDB369C-7A69-46F7-8542-C9DAA5EF6F51}" destId="{0F85C5C6-A300-4287-94DB-99B9396558E6}" srcOrd="4" destOrd="0" presId="urn:microsoft.com/office/officeart/2018/2/layout/IconVerticalSolidList"/>
    <dgm:cxn modelId="{C0A84F4F-08A9-4E9D-B8EF-B229091B80F0}" type="presParOf" srcId="{7A1087D3-F0C1-455D-A71D-26CBA30D76C4}" destId="{D678B3BD-1BE6-4B91-8679-9850798B6960}" srcOrd="1" destOrd="0" presId="urn:microsoft.com/office/officeart/2018/2/layout/IconVerticalSolidList"/>
    <dgm:cxn modelId="{63CFD581-8CC9-40C7-A57E-1B7A9E47DB53}" type="presParOf" srcId="{7A1087D3-F0C1-455D-A71D-26CBA30D76C4}" destId="{E9BF39E6-364B-471C-884B-3A93703E609C}" srcOrd="2" destOrd="0" presId="urn:microsoft.com/office/officeart/2018/2/layout/IconVerticalSolidList"/>
    <dgm:cxn modelId="{43CFBEC2-BB4A-4339-B4A4-8CB0595AE2C7}" type="presParOf" srcId="{E9BF39E6-364B-471C-884B-3A93703E609C}" destId="{BF4D9019-28DE-454C-961D-B333C18A5B6E}" srcOrd="0" destOrd="0" presId="urn:microsoft.com/office/officeart/2018/2/layout/IconVerticalSolidList"/>
    <dgm:cxn modelId="{4134722B-802C-4DAA-8D61-0A6BF3A5EF40}" type="presParOf" srcId="{E9BF39E6-364B-471C-884B-3A93703E609C}" destId="{3FAEA1C3-EB06-492B-B9A3-0586E85AD80B}" srcOrd="1" destOrd="0" presId="urn:microsoft.com/office/officeart/2018/2/layout/IconVerticalSolidList"/>
    <dgm:cxn modelId="{C2E834EC-C8AF-4D7A-BF61-F31EA873C567}" type="presParOf" srcId="{E9BF39E6-364B-471C-884B-3A93703E609C}" destId="{15BF7A5E-BB9D-401E-8B50-DBBB287989B5}" srcOrd="2" destOrd="0" presId="urn:microsoft.com/office/officeart/2018/2/layout/IconVerticalSolidList"/>
    <dgm:cxn modelId="{A36BCD2E-4C26-4886-9102-384AD20738C9}" type="presParOf" srcId="{E9BF39E6-364B-471C-884B-3A93703E609C}" destId="{25813AF4-A5E0-46D5-8BA2-EBB68C3C4CEF}" srcOrd="3" destOrd="0" presId="urn:microsoft.com/office/officeart/2018/2/layout/IconVerticalSolidList"/>
    <dgm:cxn modelId="{EF031364-4B13-4C9F-A7CD-1BD4EAAA88FD}" type="presParOf" srcId="{7A1087D3-F0C1-455D-A71D-26CBA30D76C4}" destId="{0CF35270-DD1E-47DF-A390-7B606F75856D}" srcOrd="3" destOrd="0" presId="urn:microsoft.com/office/officeart/2018/2/layout/IconVerticalSolidList"/>
    <dgm:cxn modelId="{FF41F9B4-8DFE-4450-AE5A-4673D55A330D}" type="presParOf" srcId="{7A1087D3-F0C1-455D-A71D-26CBA30D76C4}" destId="{3DD09895-77F0-4F61-B73F-41E5D39D752D}" srcOrd="4" destOrd="0" presId="urn:microsoft.com/office/officeart/2018/2/layout/IconVerticalSolidList"/>
    <dgm:cxn modelId="{D96D9B55-0362-4A5C-91F4-B0BE23A76C70}" type="presParOf" srcId="{3DD09895-77F0-4F61-B73F-41E5D39D752D}" destId="{543EBBC2-937F-49EE-84AC-9F0C7DABA0A0}" srcOrd="0" destOrd="0" presId="urn:microsoft.com/office/officeart/2018/2/layout/IconVerticalSolidList"/>
    <dgm:cxn modelId="{3C236891-1FDE-48DC-AA12-9F8D5B97A4A7}" type="presParOf" srcId="{3DD09895-77F0-4F61-B73F-41E5D39D752D}" destId="{403F26B8-3FF0-4711-B697-39616325EEC0}" srcOrd="1" destOrd="0" presId="urn:microsoft.com/office/officeart/2018/2/layout/IconVerticalSolidList"/>
    <dgm:cxn modelId="{05589A2D-BA67-46F1-8693-33097F509A8E}" type="presParOf" srcId="{3DD09895-77F0-4F61-B73F-41E5D39D752D}" destId="{67482600-3E3E-4FC7-9714-CE60B6489F58}" srcOrd="2" destOrd="0" presId="urn:microsoft.com/office/officeart/2018/2/layout/IconVerticalSolidList"/>
    <dgm:cxn modelId="{CDDEFE66-3CB5-443E-9DDD-9226A7C02260}" type="presParOf" srcId="{3DD09895-77F0-4F61-B73F-41E5D39D752D}" destId="{E66B67A5-0B64-4ED7-A364-DE55D4E316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A37A44-CA87-4EED-B88C-352B0E59ED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540F12-6991-4FFE-805D-BF28BA8C1286}">
      <dgm:prSet/>
      <dgm:spPr/>
      <dgm:t>
        <a:bodyPr/>
        <a:lstStyle/>
        <a:p>
          <a:r>
            <a:rPr lang="en-IN"/>
            <a:t>HTTP/HTTPS: Web communication; HTTPS uses SSL/TLS for encryption.</a:t>
          </a:r>
          <a:endParaRPr lang="en-US"/>
        </a:p>
      </dgm:t>
    </dgm:pt>
    <dgm:pt modelId="{FDC629AA-322E-4E95-8F46-87A3D03E98E2}" type="parTrans" cxnId="{529BCE9D-4075-4284-A03B-BD6826888FB1}">
      <dgm:prSet/>
      <dgm:spPr/>
      <dgm:t>
        <a:bodyPr/>
        <a:lstStyle/>
        <a:p>
          <a:endParaRPr lang="en-US"/>
        </a:p>
      </dgm:t>
    </dgm:pt>
    <dgm:pt modelId="{1D5AD9E1-82A2-40DA-83D0-06EDEAFA950C}" type="sibTrans" cxnId="{529BCE9D-4075-4284-A03B-BD6826888FB1}">
      <dgm:prSet/>
      <dgm:spPr/>
      <dgm:t>
        <a:bodyPr/>
        <a:lstStyle/>
        <a:p>
          <a:endParaRPr lang="en-US"/>
        </a:p>
      </dgm:t>
    </dgm:pt>
    <dgm:pt modelId="{C8B27938-BDBB-41CA-A2C9-D3E49682ACCF}">
      <dgm:prSet/>
      <dgm:spPr/>
      <dgm:t>
        <a:bodyPr/>
        <a:lstStyle/>
        <a:p>
          <a:r>
            <a:rPr lang="en-IN"/>
            <a:t>TCP/UDP: Transmission protocols; TCP reliable, UDP faster.</a:t>
          </a:r>
          <a:endParaRPr lang="en-US"/>
        </a:p>
      </dgm:t>
    </dgm:pt>
    <dgm:pt modelId="{10DA0EA5-DF5A-4071-8602-9C13493C8E60}" type="parTrans" cxnId="{37CF0D84-6B6E-460C-8C44-18F6AFA597DC}">
      <dgm:prSet/>
      <dgm:spPr/>
      <dgm:t>
        <a:bodyPr/>
        <a:lstStyle/>
        <a:p>
          <a:endParaRPr lang="en-US"/>
        </a:p>
      </dgm:t>
    </dgm:pt>
    <dgm:pt modelId="{6379A666-9628-43BE-BC3E-89EF10CEA242}" type="sibTrans" cxnId="{37CF0D84-6B6E-460C-8C44-18F6AFA597DC}">
      <dgm:prSet/>
      <dgm:spPr/>
      <dgm:t>
        <a:bodyPr/>
        <a:lstStyle/>
        <a:p>
          <a:endParaRPr lang="en-US"/>
        </a:p>
      </dgm:t>
    </dgm:pt>
    <dgm:pt modelId="{12252B87-DCB9-4CF6-94D1-0BAD936A72F4}">
      <dgm:prSet/>
      <dgm:spPr/>
      <dgm:t>
        <a:bodyPr/>
        <a:lstStyle/>
        <a:p>
          <a:r>
            <a:rPr lang="en-IN"/>
            <a:t>IP: Defines addressing and routing across networks.</a:t>
          </a:r>
          <a:endParaRPr lang="en-US"/>
        </a:p>
      </dgm:t>
    </dgm:pt>
    <dgm:pt modelId="{6D6B20C5-FA1A-46F8-B045-8FBF87DAE66B}" type="parTrans" cxnId="{32907BEE-E528-4F4E-A229-D6AEA59651DA}">
      <dgm:prSet/>
      <dgm:spPr/>
      <dgm:t>
        <a:bodyPr/>
        <a:lstStyle/>
        <a:p>
          <a:endParaRPr lang="en-US"/>
        </a:p>
      </dgm:t>
    </dgm:pt>
    <dgm:pt modelId="{EE1BBFAB-94A6-4F35-A039-B86460317E23}" type="sibTrans" cxnId="{32907BEE-E528-4F4E-A229-D6AEA59651DA}">
      <dgm:prSet/>
      <dgm:spPr/>
      <dgm:t>
        <a:bodyPr/>
        <a:lstStyle/>
        <a:p>
          <a:endParaRPr lang="en-US"/>
        </a:p>
      </dgm:t>
    </dgm:pt>
    <dgm:pt modelId="{24C91E92-B8A5-499D-AA2C-27BC3D2AF947}" type="pres">
      <dgm:prSet presAssocID="{ACA37A44-CA87-4EED-B88C-352B0E59ED18}" presName="root" presStyleCnt="0">
        <dgm:presLayoutVars>
          <dgm:dir/>
          <dgm:resizeHandles val="exact"/>
        </dgm:presLayoutVars>
      </dgm:prSet>
      <dgm:spPr/>
    </dgm:pt>
    <dgm:pt modelId="{A9641297-BEF4-4184-BC24-E8462B024FE8}" type="pres">
      <dgm:prSet presAssocID="{12540F12-6991-4FFE-805D-BF28BA8C1286}" presName="compNode" presStyleCnt="0"/>
      <dgm:spPr/>
    </dgm:pt>
    <dgm:pt modelId="{5F21128F-F1B9-40DE-8AD4-05FEB1F53490}" type="pres">
      <dgm:prSet presAssocID="{12540F12-6991-4FFE-805D-BF28BA8C1286}" presName="bgRect" presStyleLbl="bgShp" presStyleIdx="0" presStyleCnt="3"/>
      <dgm:spPr/>
    </dgm:pt>
    <dgm:pt modelId="{4715265E-5172-418D-A3C9-3143E937E8F7}" type="pres">
      <dgm:prSet presAssocID="{12540F12-6991-4FFE-805D-BF28BA8C128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91E0A18-A227-4020-A69C-BEE60715FE80}" type="pres">
      <dgm:prSet presAssocID="{12540F12-6991-4FFE-805D-BF28BA8C1286}" presName="spaceRect" presStyleCnt="0"/>
      <dgm:spPr/>
    </dgm:pt>
    <dgm:pt modelId="{3237AFF0-FC21-420F-8CC1-99452F2C0DAC}" type="pres">
      <dgm:prSet presAssocID="{12540F12-6991-4FFE-805D-BF28BA8C1286}" presName="parTx" presStyleLbl="revTx" presStyleIdx="0" presStyleCnt="3">
        <dgm:presLayoutVars>
          <dgm:chMax val="0"/>
          <dgm:chPref val="0"/>
        </dgm:presLayoutVars>
      </dgm:prSet>
      <dgm:spPr/>
    </dgm:pt>
    <dgm:pt modelId="{2D4E4863-DB98-4757-9A32-18662E92ABAB}" type="pres">
      <dgm:prSet presAssocID="{1D5AD9E1-82A2-40DA-83D0-06EDEAFA950C}" presName="sibTrans" presStyleCnt="0"/>
      <dgm:spPr/>
    </dgm:pt>
    <dgm:pt modelId="{0445A448-7812-4789-87F5-03756E636B6C}" type="pres">
      <dgm:prSet presAssocID="{C8B27938-BDBB-41CA-A2C9-D3E49682ACCF}" presName="compNode" presStyleCnt="0"/>
      <dgm:spPr/>
    </dgm:pt>
    <dgm:pt modelId="{8029C79D-36FB-4DCE-99D8-86076B4A6EB9}" type="pres">
      <dgm:prSet presAssocID="{C8B27938-BDBB-41CA-A2C9-D3E49682ACCF}" presName="bgRect" presStyleLbl="bgShp" presStyleIdx="1" presStyleCnt="3"/>
      <dgm:spPr/>
    </dgm:pt>
    <dgm:pt modelId="{5046AE68-0CC5-4574-B6F6-18525C051E91}" type="pres">
      <dgm:prSet presAssocID="{C8B27938-BDBB-41CA-A2C9-D3E49682ACC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BF851AD-83DB-4ACD-936D-33D3FAA7144D}" type="pres">
      <dgm:prSet presAssocID="{C8B27938-BDBB-41CA-A2C9-D3E49682ACCF}" presName="spaceRect" presStyleCnt="0"/>
      <dgm:spPr/>
    </dgm:pt>
    <dgm:pt modelId="{40BBCB0C-9E7F-4E56-8342-C926E864C2EB}" type="pres">
      <dgm:prSet presAssocID="{C8B27938-BDBB-41CA-A2C9-D3E49682ACCF}" presName="parTx" presStyleLbl="revTx" presStyleIdx="1" presStyleCnt="3">
        <dgm:presLayoutVars>
          <dgm:chMax val="0"/>
          <dgm:chPref val="0"/>
        </dgm:presLayoutVars>
      </dgm:prSet>
      <dgm:spPr/>
    </dgm:pt>
    <dgm:pt modelId="{D0CF4C88-D3CD-4BF5-9662-E4335CC94B5D}" type="pres">
      <dgm:prSet presAssocID="{6379A666-9628-43BE-BC3E-89EF10CEA242}" presName="sibTrans" presStyleCnt="0"/>
      <dgm:spPr/>
    </dgm:pt>
    <dgm:pt modelId="{8DC5FE1C-6ACE-4878-9F9B-7D14B3F43BAF}" type="pres">
      <dgm:prSet presAssocID="{12252B87-DCB9-4CF6-94D1-0BAD936A72F4}" presName="compNode" presStyleCnt="0"/>
      <dgm:spPr/>
    </dgm:pt>
    <dgm:pt modelId="{F5684637-B3FB-49EE-B491-8BE73F0A1F0B}" type="pres">
      <dgm:prSet presAssocID="{12252B87-DCB9-4CF6-94D1-0BAD936A72F4}" presName="bgRect" presStyleLbl="bgShp" presStyleIdx="2" presStyleCnt="3"/>
      <dgm:spPr/>
    </dgm:pt>
    <dgm:pt modelId="{A3A13726-649A-4BEF-87A2-8304ED7A1975}" type="pres">
      <dgm:prSet presAssocID="{12252B87-DCB9-4CF6-94D1-0BAD936A72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FDF52AC-8464-4775-9A61-8DD38FA12E42}" type="pres">
      <dgm:prSet presAssocID="{12252B87-DCB9-4CF6-94D1-0BAD936A72F4}" presName="spaceRect" presStyleCnt="0"/>
      <dgm:spPr/>
    </dgm:pt>
    <dgm:pt modelId="{7F0F47AE-5066-457B-A1E6-8EDBB323A615}" type="pres">
      <dgm:prSet presAssocID="{12252B87-DCB9-4CF6-94D1-0BAD936A72F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17AD60-8B3C-4DF4-8B5A-5C7A694514C0}" type="presOf" srcId="{ACA37A44-CA87-4EED-B88C-352B0E59ED18}" destId="{24C91E92-B8A5-499D-AA2C-27BC3D2AF947}" srcOrd="0" destOrd="0" presId="urn:microsoft.com/office/officeart/2018/2/layout/IconVerticalSolidList"/>
    <dgm:cxn modelId="{36442245-1857-44A8-9195-3E7DA6B14AF6}" type="presOf" srcId="{12252B87-DCB9-4CF6-94D1-0BAD936A72F4}" destId="{7F0F47AE-5066-457B-A1E6-8EDBB323A615}" srcOrd="0" destOrd="0" presId="urn:microsoft.com/office/officeart/2018/2/layout/IconVerticalSolidList"/>
    <dgm:cxn modelId="{10B50E79-78AD-4C18-9D83-CEEFCD9EF5B9}" type="presOf" srcId="{C8B27938-BDBB-41CA-A2C9-D3E49682ACCF}" destId="{40BBCB0C-9E7F-4E56-8342-C926E864C2EB}" srcOrd="0" destOrd="0" presId="urn:microsoft.com/office/officeart/2018/2/layout/IconVerticalSolidList"/>
    <dgm:cxn modelId="{37CF0D84-6B6E-460C-8C44-18F6AFA597DC}" srcId="{ACA37A44-CA87-4EED-B88C-352B0E59ED18}" destId="{C8B27938-BDBB-41CA-A2C9-D3E49682ACCF}" srcOrd="1" destOrd="0" parTransId="{10DA0EA5-DF5A-4071-8602-9C13493C8E60}" sibTransId="{6379A666-9628-43BE-BC3E-89EF10CEA242}"/>
    <dgm:cxn modelId="{529BCE9D-4075-4284-A03B-BD6826888FB1}" srcId="{ACA37A44-CA87-4EED-B88C-352B0E59ED18}" destId="{12540F12-6991-4FFE-805D-BF28BA8C1286}" srcOrd="0" destOrd="0" parTransId="{FDC629AA-322E-4E95-8F46-87A3D03E98E2}" sibTransId="{1D5AD9E1-82A2-40DA-83D0-06EDEAFA950C}"/>
    <dgm:cxn modelId="{087D86AA-0758-4142-ADD2-6A32206E6F55}" type="presOf" srcId="{12540F12-6991-4FFE-805D-BF28BA8C1286}" destId="{3237AFF0-FC21-420F-8CC1-99452F2C0DAC}" srcOrd="0" destOrd="0" presId="urn:microsoft.com/office/officeart/2018/2/layout/IconVerticalSolidList"/>
    <dgm:cxn modelId="{32907BEE-E528-4F4E-A229-D6AEA59651DA}" srcId="{ACA37A44-CA87-4EED-B88C-352B0E59ED18}" destId="{12252B87-DCB9-4CF6-94D1-0BAD936A72F4}" srcOrd="2" destOrd="0" parTransId="{6D6B20C5-FA1A-46F8-B045-8FBF87DAE66B}" sibTransId="{EE1BBFAB-94A6-4F35-A039-B86460317E23}"/>
    <dgm:cxn modelId="{81803CEB-38D0-4FA3-9F32-3A90728E661A}" type="presParOf" srcId="{24C91E92-B8A5-499D-AA2C-27BC3D2AF947}" destId="{A9641297-BEF4-4184-BC24-E8462B024FE8}" srcOrd="0" destOrd="0" presId="urn:microsoft.com/office/officeart/2018/2/layout/IconVerticalSolidList"/>
    <dgm:cxn modelId="{B9771D5D-EB92-485B-AA23-ED7CD98CA3E6}" type="presParOf" srcId="{A9641297-BEF4-4184-BC24-E8462B024FE8}" destId="{5F21128F-F1B9-40DE-8AD4-05FEB1F53490}" srcOrd="0" destOrd="0" presId="urn:microsoft.com/office/officeart/2018/2/layout/IconVerticalSolidList"/>
    <dgm:cxn modelId="{A72E3029-020E-42C5-A23F-052EC672789B}" type="presParOf" srcId="{A9641297-BEF4-4184-BC24-E8462B024FE8}" destId="{4715265E-5172-418D-A3C9-3143E937E8F7}" srcOrd="1" destOrd="0" presId="urn:microsoft.com/office/officeart/2018/2/layout/IconVerticalSolidList"/>
    <dgm:cxn modelId="{62985048-3CC1-4D15-8EC2-B9A297EE456C}" type="presParOf" srcId="{A9641297-BEF4-4184-BC24-E8462B024FE8}" destId="{791E0A18-A227-4020-A69C-BEE60715FE80}" srcOrd="2" destOrd="0" presId="urn:microsoft.com/office/officeart/2018/2/layout/IconVerticalSolidList"/>
    <dgm:cxn modelId="{D89A6112-5739-4A31-A121-F93729EFE647}" type="presParOf" srcId="{A9641297-BEF4-4184-BC24-E8462B024FE8}" destId="{3237AFF0-FC21-420F-8CC1-99452F2C0DAC}" srcOrd="3" destOrd="0" presId="urn:microsoft.com/office/officeart/2018/2/layout/IconVerticalSolidList"/>
    <dgm:cxn modelId="{2C74D56B-A45D-43FB-93E4-F244D0B1CE04}" type="presParOf" srcId="{24C91E92-B8A5-499D-AA2C-27BC3D2AF947}" destId="{2D4E4863-DB98-4757-9A32-18662E92ABAB}" srcOrd="1" destOrd="0" presId="urn:microsoft.com/office/officeart/2018/2/layout/IconVerticalSolidList"/>
    <dgm:cxn modelId="{6331AA2F-D26A-4095-9797-6676825DFA89}" type="presParOf" srcId="{24C91E92-B8A5-499D-AA2C-27BC3D2AF947}" destId="{0445A448-7812-4789-87F5-03756E636B6C}" srcOrd="2" destOrd="0" presId="urn:microsoft.com/office/officeart/2018/2/layout/IconVerticalSolidList"/>
    <dgm:cxn modelId="{45D22AF8-9421-472B-8441-8592970CC14A}" type="presParOf" srcId="{0445A448-7812-4789-87F5-03756E636B6C}" destId="{8029C79D-36FB-4DCE-99D8-86076B4A6EB9}" srcOrd="0" destOrd="0" presId="urn:microsoft.com/office/officeart/2018/2/layout/IconVerticalSolidList"/>
    <dgm:cxn modelId="{8A7FE78D-7F22-4309-B5C0-A45CC1199A70}" type="presParOf" srcId="{0445A448-7812-4789-87F5-03756E636B6C}" destId="{5046AE68-0CC5-4574-B6F6-18525C051E91}" srcOrd="1" destOrd="0" presId="urn:microsoft.com/office/officeart/2018/2/layout/IconVerticalSolidList"/>
    <dgm:cxn modelId="{D6555C22-7783-426F-9EDE-D57794407EE0}" type="presParOf" srcId="{0445A448-7812-4789-87F5-03756E636B6C}" destId="{8BF851AD-83DB-4ACD-936D-33D3FAA7144D}" srcOrd="2" destOrd="0" presId="urn:microsoft.com/office/officeart/2018/2/layout/IconVerticalSolidList"/>
    <dgm:cxn modelId="{041B5008-97F9-4DED-A730-E9DD56456EA8}" type="presParOf" srcId="{0445A448-7812-4789-87F5-03756E636B6C}" destId="{40BBCB0C-9E7F-4E56-8342-C926E864C2EB}" srcOrd="3" destOrd="0" presId="urn:microsoft.com/office/officeart/2018/2/layout/IconVerticalSolidList"/>
    <dgm:cxn modelId="{8E16472F-8925-42FD-A64D-495079502027}" type="presParOf" srcId="{24C91E92-B8A5-499D-AA2C-27BC3D2AF947}" destId="{D0CF4C88-D3CD-4BF5-9662-E4335CC94B5D}" srcOrd="3" destOrd="0" presId="urn:microsoft.com/office/officeart/2018/2/layout/IconVerticalSolidList"/>
    <dgm:cxn modelId="{BE2BCB55-BFA2-4B94-9C5A-FB0CAC07B418}" type="presParOf" srcId="{24C91E92-B8A5-499D-AA2C-27BC3D2AF947}" destId="{8DC5FE1C-6ACE-4878-9F9B-7D14B3F43BAF}" srcOrd="4" destOrd="0" presId="urn:microsoft.com/office/officeart/2018/2/layout/IconVerticalSolidList"/>
    <dgm:cxn modelId="{89C68A1E-49A5-48CB-AEBB-2BBB0779B5CC}" type="presParOf" srcId="{8DC5FE1C-6ACE-4878-9F9B-7D14B3F43BAF}" destId="{F5684637-B3FB-49EE-B491-8BE73F0A1F0B}" srcOrd="0" destOrd="0" presId="urn:microsoft.com/office/officeart/2018/2/layout/IconVerticalSolidList"/>
    <dgm:cxn modelId="{82C2C8BE-7865-4AC6-9B97-49B763DED44D}" type="presParOf" srcId="{8DC5FE1C-6ACE-4878-9F9B-7D14B3F43BAF}" destId="{A3A13726-649A-4BEF-87A2-8304ED7A1975}" srcOrd="1" destOrd="0" presId="urn:microsoft.com/office/officeart/2018/2/layout/IconVerticalSolidList"/>
    <dgm:cxn modelId="{DC8D5794-5B8F-4014-AD78-0908CE34E02B}" type="presParOf" srcId="{8DC5FE1C-6ACE-4878-9F9B-7D14B3F43BAF}" destId="{DFDF52AC-8464-4775-9A61-8DD38FA12E42}" srcOrd="2" destOrd="0" presId="urn:microsoft.com/office/officeart/2018/2/layout/IconVerticalSolidList"/>
    <dgm:cxn modelId="{23C69CF3-2BE6-499E-8945-94291736389C}" type="presParOf" srcId="{8DC5FE1C-6ACE-4878-9F9B-7D14B3F43BAF}" destId="{7F0F47AE-5066-457B-A1E6-8EDBB323A6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867B34-FEBF-4E62-B1D4-59E921827CB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EC8E2B-A8F9-43F4-9536-C61D3E61784F}">
      <dgm:prSet/>
      <dgm:spPr/>
      <dgm:t>
        <a:bodyPr/>
        <a:lstStyle/>
        <a:p>
          <a:r>
            <a:rPr lang="en-US"/>
            <a:t>ICMP: Used for diagnostics (ping, traceroute).</a:t>
          </a:r>
        </a:p>
      </dgm:t>
    </dgm:pt>
    <dgm:pt modelId="{93115F97-40F0-4C65-8CE2-B0FD9FF3D180}" type="parTrans" cxnId="{7146F222-9D1D-4B67-817D-226D4AC28FF2}">
      <dgm:prSet/>
      <dgm:spPr/>
      <dgm:t>
        <a:bodyPr/>
        <a:lstStyle/>
        <a:p>
          <a:endParaRPr lang="en-US"/>
        </a:p>
      </dgm:t>
    </dgm:pt>
    <dgm:pt modelId="{AF9237F9-658B-4033-A8D3-ACDC4CFDD53F}" type="sibTrans" cxnId="{7146F222-9D1D-4B67-817D-226D4AC28FF2}">
      <dgm:prSet/>
      <dgm:spPr/>
      <dgm:t>
        <a:bodyPr/>
        <a:lstStyle/>
        <a:p>
          <a:endParaRPr lang="en-US"/>
        </a:p>
      </dgm:t>
    </dgm:pt>
    <dgm:pt modelId="{F897E993-1684-4EF2-8B9B-3D73EF70E737}">
      <dgm:prSet/>
      <dgm:spPr/>
      <dgm:t>
        <a:bodyPr/>
        <a:lstStyle/>
        <a:p>
          <a:r>
            <a:rPr lang="en-US"/>
            <a:t>LDAP: Directory access and authentication.</a:t>
          </a:r>
        </a:p>
      </dgm:t>
    </dgm:pt>
    <dgm:pt modelId="{2F1E51C9-D726-4C91-A9E7-439560A4457B}" type="parTrans" cxnId="{B8CDED8A-F071-4610-96A3-29956D3CD356}">
      <dgm:prSet/>
      <dgm:spPr/>
      <dgm:t>
        <a:bodyPr/>
        <a:lstStyle/>
        <a:p>
          <a:endParaRPr lang="en-US"/>
        </a:p>
      </dgm:t>
    </dgm:pt>
    <dgm:pt modelId="{CE567294-D4E3-4DB9-8521-518DEAD47734}" type="sibTrans" cxnId="{B8CDED8A-F071-4610-96A3-29956D3CD356}">
      <dgm:prSet/>
      <dgm:spPr/>
      <dgm:t>
        <a:bodyPr/>
        <a:lstStyle/>
        <a:p>
          <a:endParaRPr lang="en-US"/>
        </a:p>
      </dgm:t>
    </dgm:pt>
    <dgm:pt modelId="{779446C5-C99A-4BFC-80B6-52D632BEC029}">
      <dgm:prSet/>
      <dgm:spPr/>
      <dgm:t>
        <a:bodyPr/>
        <a:lstStyle/>
        <a:p>
          <a:r>
            <a:rPr lang="en-US"/>
            <a:t>QUIC: New protocol combining reliability and speed (used by Google).</a:t>
          </a:r>
        </a:p>
      </dgm:t>
    </dgm:pt>
    <dgm:pt modelId="{B7C56F20-9DF5-4BD2-A7ED-0CE0B1DEFD33}" type="parTrans" cxnId="{C1DA59D7-B9BE-4A7D-B717-FB155E989918}">
      <dgm:prSet/>
      <dgm:spPr/>
      <dgm:t>
        <a:bodyPr/>
        <a:lstStyle/>
        <a:p>
          <a:endParaRPr lang="en-US"/>
        </a:p>
      </dgm:t>
    </dgm:pt>
    <dgm:pt modelId="{ACC40A94-6C60-4067-A010-4A96CAA7DD7C}" type="sibTrans" cxnId="{C1DA59D7-B9BE-4A7D-B717-FB155E989918}">
      <dgm:prSet/>
      <dgm:spPr/>
      <dgm:t>
        <a:bodyPr/>
        <a:lstStyle/>
        <a:p>
          <a:endParaRPr lang="en-US"/>
        </a:p>
      </dgm:t>
    </dgm:pt>
    <dgm:pt modelId="{89829B57-F62A-4365-9C73-6D3D62466B1C}" type="pres">
      <dgm:prSet presAssocID="{2E867B34-FEBF-4E62-B1D4-59E921827CBE}" presName="root" presStyleCnt="0">
        <dgm:presLayoutVars>
          <dgm:dir/>
          <dgm:resizeHandles val="exact"/>
        </dgm:presLayoutVars>
      </dgm:prSet>
      <dgm:spPr/>
    </dgm:pt>
    <dgm:pt modelId="{D63537C4-9EC1-47FD-BF01-E16D4180E01B}" type="pres">
      <dgm:prSet presAssocID="{E8EC8E2B-A8F9-43F4-9536-C61D3E61784F}" presName="compNode" presStyleCnt="0"/>
      <dgm:spPr/>
    </dgm:pt>
    <dgm:pt modelId="{E318BDB4-2D5B-4F58-BCE5-42485311935E}" type="pres">
      <dgm:prSet presAssocID="{E8EC8E2B-A8F9-43F4-9536-C61D3E61784F}" presName="bgRect" presStyleLbl="bgShp" presStyleIdx="0" presStyleCnt="3"/>
      <dgm:spPr/>
    </dgm:pt>
    <dgm:pt modelId="{8BB4539B-4D5A-45C5-95EC-ABFE344A3BFA}" type="pres">
      <dgm:prSet presAssocID="{E8EC8E2B-A8F9-43F4-9536-C61D3E6178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BB7924CE-63DF-451C-95FC-24502B16C067}" type="pres">
      <dgm:prSet presAssocID="{E8EC8E2B-A8F9-43F4-9536-C61D3E61784F}" presName="spaceRect" presStyleCnt="0"/>
      <dgm:spPr/>
    </dgm:pt>
    <dgm:pt modelId="{2B61C20F-674A-4816-B2A9-7DF452662724}" type="pres">
      <dgm:prSet presAssocID="{E8EC8E2B-A8F9-43F4-9536-C61D3E61784F}" presName="parTx" presStyleLbl="revTx" presStyleIdx="0" presStyleCnt="3">
        <dgm:presLayoutVars>
          <dgm:chMax val="0"/>
          <dgm:chPref val="0"/>
        </dgm:presLayoutVars>
      </dgm:prSet>
      <dgm:spPr/>
    </dgm:pt>
    <dgm:pt modelId="{7886A516-F562-42EB-906B-4C728D006CCC}" type="pres">
      <dgm:prSet presAssocID="{AF9237F9-658B-4033-A8D3-ACDC4CFDD53F}" presName="sibTrans" presStyleCnt="0"/>
      <dgm:spPr/>
    </dgm:pt>
    <dgm:pt modelId="{EA7F0464-DCC4-49DB-88BF-1B265B558876}" type="pres">
      <dgm:prSet presAssocID="{F897E993-1684-4EF2-8B9B-3D73EF70E737}" presName="compNode" presStyleCnt="0"/>
      <dgm:spPr/>
    </dgm:pt>
    <dgm:pt modelId="{33C92154-191E-4516-B656-FA8FC34B733A}" type="pres">
      <dgm:prSet presAssocID="{F897E993-1684-4EF2-8B9B-3D73EF70E737}" presName="bgRect" presStyleLbl="bgShp" presStyleIdx="1" presStyleCnt="3"/>
      <dgm:spPr/>
    </dgm:pt>
    <dgm:pt modelId="{3A665C81-A7D7-4CB3-A307-FB104420EDBD}" type="pres">
      <dgm:prSet presAssocID="{F897E993-1684-4EF2-8B9B-3D73EF70E7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2BE267F-9856-45BD-B178-92FC80BB1CE4}" type="pres">
      <dgm:prSet presAssocID="{F897E993-1684-4EF2-8B9B-3D73EF70E737}" presName="spaceRect" presStyleCnt="0"/>
      <dgm:spPr/>
    </dgm:pt>
    <dgm:pt modelId="{A510824C-6EB5-4A0D-8A86-ADAB5EEC3261}" type="pres">
      <dgm:prSet presAssocID="{F897E993-1684-4EF2-8B9B-3D73EF70E737}" presName="parTx" presStyleLbl="revTx" presStyleIdx="1" presStyleCnt="3">
        <dgm:presLayoutVars>
          <dgm:chMax val="0"/>
          <dgm:chPref val="0"/>
        </dgm:presLayoutVars>
      </dgm:prSet>
      <dgm:spPr/>
    </dgm:pt>
    <dgm:pt modelId="{BF258DCA-1025-4CAA-BA13-A5275D53F6CA}" type="pres">
      <dgm:prSet presAssocID="{CE567294-D4E3-4DB9-8521-518DEAD47734}" presName="sibTrans" presStyleCnt="0"/>
      <dgm:spPr/>
    </dgm:pt>
    <dgm:pt modelId="{F72AFF23-33FA-4A23-BF4F-7AF5B6ADBA5F}" type="pres">
      <dgm:prSet presAssocID="{779446C5-C99A-4BFC-80B6-52D632BEC029}" presName="compNode" presStyleCnt="0"/>
      <dgm:spPr/>
    </dgm:pt>
    <dgm:pt modelId="{4FC05310-EA4B-4FE7-B2FC-7A8B990280E3}" type="pres">
      <dgm:prSet presAssocID="{779446C5-C99A-4BFC-80B6-52D632BEC029}" presName="bgRect" presStyleLbl="bgShp" presStyleIdx="2" presStyleCnt="3"/>
      <dgm:spPr/>
    </dgm:pt>
    <dgm:pt modelId="{18A8FFA4-95D0-4D81-8A1C-615A92B41025}" type="pres">
      <dgm:prSet presAssocID="{779446C5-C99A-4BFC-80B6-52D632BEC0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C9348FE-00A5-40DE-96E6-02846D555BAF}" type="pres">
      <dgm:prSet presAssocID="{779446C5-C99A-4BFC-80B6-52D632BEC029}" presName="spaceRect" presStyleCnt="0"/>
      <dgm:spPr/>
    </dgm:pt>
    <dgm:pt modelId="{98CB908C-B1E9-452D-BA95-18F9976EB3D6}" type="pres">
      <dgm:prSet presAssocID="{779446C5-C99A-4BFC-80B6-52D632BEC0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3DCA17-378E-4923-A4C1-67749CA9F771}" type="presOf" srcId="{E8EC8E2B-A8F9-43F4-9536-C61D3E61784F}" destId="{2B61C20F-674A-4816-B2A9-7DF452662724}" srcOrd="0" destOrd="0" presId="urn:microsoft.com/office/officeart/2018/2/layout/IconVerticalSolidList"/>
    <dgm:cxn modelId="{63BA8018-0552-4556-A293-A3676F86302F}" type="presOf" srcId="{2E867B34-FEBF-4E62-B1D4-59E921827CBE}" destId="{89829B57-F62A-4365-9C73-6D3D62466B1C}" srcOrd="0" destOrd="0" presId="urn:microsoft.com/office/officeart/2018/2/layout/IconVerticalSolidList"/>
    <dgm:cxn modelId="{7146F222-9D1D-4B67-817D-226D4AC28FF2}" srcId="{2E867B34-FEBF-4E62-B1D4-59E921827CBE}" destId="{E8EC8E2B-A8F9-43F4-9536-C61D3E61784F}" srcOrd="0" destOrd="0" parTransId="{93115F97-40F0-4C65-8CE2-B0FD9FF3D180}" sibTransId="{AF9237F9-658B-4033-A8D3-ACDC4CFDD53F}"/>
    <dgm:cxn modelId="{452FC447-DD55-45B4-8F10-40340157FF5D}" type="presOf" srcId="{F897E993-1684-4EF2-8B9B-3D73EF70E737}" destId="{A510824C-6EB5-4A0D-8A86-ADAB5EEC3261}" srcOrd="0" destOrd="0" presId="urn:microsoft.com/office/officeart/2018/2/layout/IconVerticalSolidList"/>
    <dgm:cxn modelId="{B8CDED8A-F071-4610-96A3-29956D3CD356}" srcId="{2E867B34-FEBF-4E62-B1D4-59E921827CBE}" destId="{F897E993-1684-4EF2-8B9B-3D73EF70E737}" srcOrd="1" destOrd="0" parTransId="{2F1E51C9-D726-4C91-A9E7-439560A4457B}" sibTransId="{CE567294-D4E3-4DB9-8521-518DEAD47734}"/>
    <dgm:cxn modelId="{EBFA38B7-210E-4ED9-970D-0E868117DC40}" type="presOf" srcId="{779446C5-C99A-4BFC-80B6-52D632BEC029}" destId="{98CB908C-B1E9-452D-BA95-18F9976EB3D6}" srcOrd="0" destOrd="0" presId="urn:microsoft.com/office/officeart/2018/2/layout/IconVerticalSolidList"/>
    <dgm:cxn modelId="{C1DA59D7-B9BE-4A7D-B717-FB155E989918}" srcId="{2E867B34-FEBF-4E62-B1D4-59E921827CBE}" destId="{779446C5-C99A-4BFC-80B6-52D632BEC029}" srcOrd="2" destOrd="0" parTransId="{B7C56F20-9DF5-4BD2-A7ED-0CE0B1DEFD33}" sibTransId="{ACC40A94-6C60-4067-A010-4A96CAA7DD7C}"/>
    <dgm:cxn modelId="{D409D1F9-3F35-495B-BB99-BA3851B3F8E3}" type="presParOf" srcId="{89829B57-F62A-4365-9C73-6D3D62466B1C}" destId="{D63537C4-9EC1-47FD-BF01-E16D4180E01B}" srcOrd="0" destOrd="0" presId="urn:microsoft.com/office/officeart/2018/2/layout/IconVerticalSolidList"/>
    <dgm:cxn modelId="{975C94F4-E489-474D-9C88-FB1300B53844}" type="presParOf" srcId="{D63537C4-9EC1-47FD-BF01-E16D4180E01B}" destId="{E318BDB4-2D5B-4F58-BCE5-42485311935E}" srcOrd="0" destOrd="0" presId="urn:microsoft.com/office/officeart/2018/2/layout/IconVerticalSolidList"/>
    <dgm:cxn modelId="{5C008163-04E2-44A3-80D4-8270259EB676}" type="presParOf" srcId="{D63537C4-9EC1-47FD-BF01-E16D4180E01B}" destId="{8BB4539B-4D5A-45C5-95EC-ABFE344A3BFA}" srcOrd="1" destOrd="0" presId="urn:microsoft.com/office/officeart/2018/2/layout/IconVerticalSolidList"/>
    <dgm:cxn modelId="{86F9A1CB-AF85-488D-A3F6-9CF86783F9AA}" type="presParOf" srcId="{D63537C4-9EC1-47FD-BF01-E16D4180E01B}" destId="{BB7924CE-63DF-451C-95FC-24502B16C067}" srcOrd="2" destOrd="0" presId="urn:microsoft.com/office/officeart/2018/2/layout/IconVerticalSolidList"/>
    <dgm:cxn modelId="{56400582-83DB-422E-A7EB-2DCF872605C5}" type="presParOf" srcId="{D63537C4-9EC1-47FD-BF01-E16D4180E01B}" destId="{2B61C20F-674A-4816-B2A9-7DF452662724}" srcOrd="3" destOrd="0" presId="urn:microsoft.com/office/officeart/2018/2/layout/IconVerticalSolidList"/>
    <dgm:cxn modelId="{96E885ED-53C8-4B2C-83B0-3FA110C3334A}" type="presParOf" srcId="{89829B57-F62A-4365-9C73-6D3D62466B1C}" destId="{7886A516-F562-42EB-906B-4C728D006CCC}" srcOrd="1" destOrd="0" presId="urn:microsoft.com/office/officeart/2018/2/layout/IconVerticalSolidList"/>
    <dgm:cxn modelId="{15A47E2F-EA9E-4CCE-A6EF-2AA876D1FE32}" type="presParOf" srcId="{89829B57-F62A-4365-9C73-6D3D62466B1C}" destId="{EA7F0464-DCC4-49DB-88BF-1B265B558876}" srcOrd="2" destOrd="0" presId="urn:microsoft.com/office/officeart/2018/2/layout/IconVerticalSolidList"/>
    <dgm:cxn modelId="{B8A3AD72-9198-4B20-81A3-CAFD7E5A2DEF}" type="presParOf" srcId="{EA7F0464-DCC4-49DB-88BF-1B265B558876}" destId="{33C92154-191E-4516-B656-FA8FC34B733A}" srcOrd="0" destOrd="0" presId="urn:microsoft.com/office/officeart/2018/2/layout/IconVerticalSolidList"/>
    <dgm:cxn modelId="{19880AB3-32C7-4148-89BC-2209B68C83E1}" type="presParOf" srcId="{EA7F0464-DCC4-49DB-88BF-1B265B558876}" destId="{3A665C81-A7D7-4CB3-A307-FB104420EDBD}" srcOrd="1" destOrd="0" presId="urn:microsoft.com/office/officeart/2018/2/layout/IconVerticalSolidList"/>
    <dgm:cxn modelId="{5517DB7A-523F-4DAC-B3E4-FD28EE61D1E3}" type="presParOf" srcId="{EA7F0464-DCC4-49DB-88BF-1B265B558876}" destId="{42BE267F-9856-45BD-B178-92FC80BB1CE4}" srcOrd="2" destOrd="0" presId="urn:microsoft.com/office/officeart/2018/2/layout/IconVerticalSolidList"/>
    <dgm:cxn modelId="{E98F31AA-B342-4877-ADEF-0E45D55F16CD}" type="presParOf" srcId="{EA7F0464-DCC4-49DB-88BF-1B265B558876}" destId="{A510824C-6EB5-4A0D-8A86-ADAB5EEC3261}" srcOrd="3" destOrd="0" presId="urn:microsoft.com/office/officeart/2018/2/layout/IconVerticalSolidList"/>
    <dgm:cxn modelId="{F4D7AA1B-A901-4CA4-8C39-7F32AC11FEC2}" type="presParOf" srcId="{89829B57-F62A-4365-9C73-6D3D62466B1C}" destId="{BF258DCA-1025-4CAA-BA13-A5275D53F6CA}" srcOrd="3" destOrd="0" presId="urn:microsoft.com/office/officeart/2018/2/layout/IconVerticalSolidList"/>
    <dgm:cxn modelId="{80A42248-9DDA-4B19-BDEC-2485C1C91D99}" type="presParOf" srcId="{89829B57-F62A-4365-9C73-6D3D62466B1C}" destId="{F72AFF23-33FA-4A23-BF4F-7AF5B6ADBA5F}" srcOrd="4" destOrd="0" presId="urn:microsoft.com/office/officeart/2018/2/layout/IconVerticalSolidList"/>
    <dgm:cxn modelId="{EB7AD544-6E27-4439-9821-74E9A612C0F9}" type="presParOf" srcId="{F72AFF23-33FA-4A23-BF4F-7AF5B6ADBA5F}" destId="{4FC05310-EA4B-4FE7-B2FC-7A8B990280E3}" srcOrd="0" destOrd="0" presId="urn:microsoft.com/office/officeart/2018/2/layout/IconVerticalSolidList"/>
    <dgm:cxn modelId="{897081B2-5468-4279-A30D-C59B24981AE6}" type="presParOf" srcId="{F72AFF23-33FA-4A23-BF4F-7AF5B6ADBA5F}" destId="{18A8FFA4-95D0-4D81-8A1C-615A92B41025}" srcOrd="1" destOrd="0" presId="urn:microsoft.com/office/officeart/2018/2/layout/IconVerticalSolidList"/>
    <dgm:cxn modelId="{7A8A0F2E-0C76-4B0A-8257-D0CA0CA7C078}" type="presParOf" srcId="{F72AFF23-33FA-4A23-BF4F-7AF5B6ADBA5F}" destId="{5C9348FE-00A5-40DE-96E6-02846D555BAF}" srcOrd="2" destOrd="0" presId="urn:microsoft.com/office/officeart/2018/2/layout/IconVerticalSolidList"/>
    <dgm:cxn modelId="{9D35F501-A74E-4E99-ADEA-A3FC061A0171}" type="presParOf" srcId="{F72AFF23-33FA-4A23-BF4F-7AF5B6ADBA5F}" destId="{98CB908C-B1E9-452D-BA95-18F9976EB3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CD1CD9C-126F-463D-BFF3-A9A0517C90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F2D1BA-C86D-4F59-8168-93032FA2F5A4}">
      <dgm:prSet/>
      <dgm:spPr/>
      <dgm:t>
        <a:bodyPr/>
        <a:lstStyle/>
        <a:p>
          <a:r>
            <a:rPr lang="en-US"/>
            <a:t>User Authentication</a:t>
          </a:r>
        </a:p>
      </dgm:t>
    </dgm:pt>
    <dgm:pt modelId="{4447DA08-87E8-4483-8D85-14E1B94ABF61}" type="parTrans" cxnId="{553714BC-72C7-4FDC-9C47-58BFF8A19181}">
      <dgm:prSet/>
      <dgm:spPr/>
      <dgm:t>
        <a:bodyPr/>
        <a:lstStyle/>
        <a:p>
          <a:endParaRPr lang="en-US"/>
        </a:p>
      </dgm:t>
    </dgm:pt>
    <dgm:pt modelId="{7A8A0E2C-7D3E-4A6D-A77D-388F8C490075}" type="sibTrans" cxnId="{553714BC-72C7-4FDC-9C47-58BFF8A19181}">
      <dgm:prSet/>
      <dgm:spPr/>
      <dgm:t>
        <a:bodyPr/>
        <a:lstStyle/>
        <a:p>
          <a:endParaRPr lang="en-US"/>
        </a:p>
      </dgm:t>
    </dgm:pt>
    <dgm:pt modelId="{820DFAE2-D878-461B-B83D-A3BA24CF8A07}">
      <dgm:prSet/>
      <dgm:spPr/>
      <dgm:t>
        <a:bodyPr/>
        <a:lstStyle/>
        <a:p>
          <a:r>
            <a:rPr lang="en-US"/>
            <a:t>Access Control Lists (ACLs)</a:t>
          </a:r>
        </a:p>
      </dgm:t>
    </dgm:pt>
    <dgm:pt modelId="{7C7BC0CA-134D-42CA-9DD2-B4C0FB3D2507}" type="parTrans" cxnId="{312CE7C5-D986-44EE-90D1-60EBE725DE55}">
      <dgm:prSet/>
      <dgm:spPr/>
      <dgm:t>
        <a:bodyPr/>
        <a:lstStyle/>
        <a:p>
          <a:endParaRPr lang="en-US"/>
        </a:p>
      </dgm:t>
    </dgm:pt>
    <dgm:pt modelId="{5DE69EE1-56B0-42AF-B3D3-C57A84157EEE}" type="sibTrans" cxnId="{312CE7C5-D986-44EE-90D1-60EBE725DE55}">
      <dgm:prSet/>
      <dgm:spPr/>
      <dgm:t>
        <a:bodyPr/>
        <a:lstStyle/>
        <a:p>
          <a:endParaRPr lang="en-US"/>
        </a:p>
      </dgm:t>
    </dgm:pt>
    <dgm:pt modelId="{46A68402-6559-40A2-B352-4B9C4B6CDD04}">
      <dgm:prSet/>
      <dgm:spPr/>
      <dgm:t>
        <a:bodyPr/>
        <a:lstStyle/>
        <a:p>
          <a:r>
            <a:rPr lang="en-US"/>
            <a:t>File System Encryption</a:t>
          </a:r>
        </a:p>
      </dgm:t>
    </dgm:pt>
    <dgm:pt modelId="{5883BBA8-0F2E-40AF-949F-0182F700CB1C}" type="parTrans" cxnId="{87E7D143-BC8B-4983-93A5-E5E65D6888AE}">
      <dgm:prSet/>
      <dgm:spPr/>
      <dgm:t>
        <a:bodyPr/>
        <a:lstStyle/>
        <a:p>
          <a:endParaRPr lang="en-US"/>
        </a:p>
      </dgm:t>
    </dgm:pt>
    <dgm:pt modelId="{9D61B37D-76F2-4417-9FCD-B38142BBB762}" type="sibTrans" cxnId="{87E7D143-BC8B-4983-93A5-E5E65D6888AE}">
      <dgm:prSet/>
      <dgm:spPr/>
      <dgm:t>
        <a:bodyPr/>
        <a:lstStyle/>
        <a:p>
          <a:endParaRPr lang="en-US"/>
        </a:p>
      </dgm:t>
    </dgm:pt>
    <dgm:pt modelId="{16A1937E-CA1E-42D6-BDA0-D7322C408374}">
      <dgm:prSet/>
      <dgm:spPr/>
      <dgm:t>
        <a:bodyPr/>
        <a:lstStyle/>
        <a:p>
          <a:r>
            <a:rPr lang="en-US"/>
            <a:t>Firewalls &amp; Intrusion Detection</a:t>
          </a:r>
        </a:p>
      </dgm:t>
    </dgm:pt>
    <dgm:pt modelId="{EA3CFBC5-EE13-4A44-B37E-3095FB0FC39F}" type="parTrans" cxnId="{038CF82B-4BDD-4906-955E-681ADA6596A5}">
      <dgm:prSet/>
      <dgm:spPr/>
      <dgm:t>
        <a:bodyPr/>
        <a:lstStyle/>
        <a:p>
          <a:endParaRPr lang="en-US"/>
        </a:p>
      </dgm:t>
    </dgm:pt>
    <dgm:pt modelId="{434EBB79-7E4B-489E-85EA-84D1779E63FD}" type="sibTrans" cxnId="{038CF82B-4BDD-4906-955E-681ADA6596A5}">
      <dgm:prSet/>
      <dgm:spPr/>
      <dgm:t>
        <a:bodyPr/>
        <a:lstStyle/>
        <a:p>
          <a:endParaRPr lang="en-US"/>
        </a:p>
      </dgm:t>
    </dgm:pt>
    <dgm:pt modelId="{5651F795-04ED-4949-825E-FF2DF963DC8A}">
      <dgm:prSet/>
      <dgm:spPr/>
      <dgm:t>
        <a:bodyPr/>
        <a:lstStyle/>
        <a:p>
          <a:r>
            <a:rPr lang="en-US"/>
            <a:t>Secure Boot &amp; Kernel Protection</a:t>
          </a:r>
        </a:p>
      </dgm:t>
    </dgm:pt>
    <dgm:pt modelId="{ECAE58E5-8C5A-4335-9956-4230C465C797}" type="parTrans" cxnId="{6FE0946F-9A73-4BCC-8DA4-BC0C07EA6230}">
      <dgm:prSet/>
      <dgm:spPr/>
      <dgm:t>
        <a:bodyPr/>
        <a:lstStyle/>
        <a:p>
          <a:endParaRPr lang="en-US"/>
        </a:p>
      </dgm:t>
    </dgm:pt>
    <dgm:pt modelId="{27CB19C8-4E38-44E2-A478-3EF3CCBBA285}" type="sibTrans" cxnId="{6FE0946F-9A73-4BCC-8DA4-BC0C07EA6230}">
      <dgm:prSet/>
      <dgm:spPr/>
      <dgm:t>
        <a:bodyPr/>
        <a:lstStyle/>
        <a:p>
          <a:endParaRPr lang="en-US"/>
        </a:p>
      </dgm:t>
    </dgm:pt>
    <dgm:pt modelId="{792CBD4E-1C49-4FBB-A6A6-5E8025D81205}" type="pres">
      <dgm:prSet presAssocID="{7CD1CD9C-126F-463D-BFF3-A9A0517C90A6}" presName="root" presStyleCnt="0">
        <dgm:presLayoutVars>
          <dgm:dir/>
          <dgm:resizeHandles val="exact"/>
        </dgm:presLayoutVars>
      </dgm:prSet>
      <dgm:spPr/>
    </dgm:pt>
    <dgm:pt modelId="{5711EB6C-4143-4723-8DA3-99C8B44D675E}" type="pres">
      <dgm:prSet presAssocID="{E6F2D1BA-C86D-4F59-8168-93032FA2F5A4}" presName="compNode" presStyleCnt="0"/>
      <dgm:spPr/>
    </dgm:pt>
    <dgm:pt modelId="{FE8AB2D7-3E40-4942-ADF1-0C59036E0CF3}" type="pres">
      <dgm:prSet presAssocID="{E6F2D1BA-C86D-4F59-8168-93032FA2F5A4}" presName="bgRect" presStyleLbl="bgShp" presStyleIdx="0" presStyleCnt="5"/>
      <dgm:spPr/>
    </dgm:pt>
    <dgm:pt modelId="{532212F4-B13C-4F55-925E-5F7B91AD1BB4}" type="pres">
      <dgm:prSet presAssocID="{E6F2D1BA-C86D-4F59-8168-93032FA2F5A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691FFA-F245-47BF-95E2-28A60318F66F}" type="pres">
      <dgm:prSet presAssocID="{E6F2D1BA-C86D-4F59-8168-93032FA2F5A4}" presName="spaceRect" presStyleCnt="0"/>
      <dgm:spPr/>
    </dgm:pt>
    <dgm:pt modelId="{5C970756-8ACD-4323-9780-FF008A79296E}" type="pres">
      <dgm:prSet presAssocID="{E6F2D1BA-C86D-4F59-8168-93032FA2F5A4}" presName="parTx" presStyleLbl="revTx" presStyleIdx="0" presStyleCnt="5">
        <dgm:presLayoutVars>
          <dgm:chMax val="0"/>
          <dgm:chPref val="0"/>
        </dgm:presLayoutVars>
      </dgm:prSet>
      <dgm:spPr/>
    </dgm:pt>
    <dgm:pt modelId="{266B3886-69A8-47C3-8051-A5EDFFAD2FA6}" type="pres">
      <dgm:prSet presAssocID="{7A8A0E2C-7D3E-4A6D-A77D-388F8C490075}" presName="sibTrans" presStyleCnt="0"/>
      <dgm:spPr/>
    </dgm:pt>
    <dgm:pt modelId="{F06D177E-DD4A-46B4-9FF0-CC3F30AB4F0A}" type="pres">
      <dgm:prSet presAssocID="{820DFAE2-D878-461B-B83D-A3BA24CF8A07}" presName="compNode" presStyleCnt="0"/>
      <dgm:spPr/>
    </dgm:pt>
    <dgm:pt modelId="{6EC14DC7-421F-494E-8096-39BEE0F33899}" type="pres">
      <dgm:prSet presAssocID="{820DFAE2-D878-461B-B83D-A3BA24CF8A07}" presName="bgRect" presStyleLbl="bgShp" presStyleIdx="1" presStyleCnt="5"/>
      <dgm:spPr/>
    </dgm:pt>
    <dgm:pt modelId="{F2D198D2-889D-4244-9927-C214BC8D1372}" type="pres">
      <dgm:prSet presAssocID="{820DFAE2-D878-461B-B83D-A3BA24CF8A0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EA744F2-1688-4AF9-80A1-2F4F9985F35C}" type="pres">
      <dgm:prSet presAssocID="{820DFAE2-D878-461B-B83D-A3BA24CF8A07}" presName="spaceRect" presStyleCnt="0"/>
      <dgm:spPr/>
    </dgm:pt>
    <dgm:pt modelId="{937D733C-4FD7-4F5F-AC9B-2631B0B235EF}" type="pres">
      <dgm:prSet presAssocID="{820DFAE2-D878-461B-B83D-A3BA24CF8A07}" presName="parTx" presStyleLbl="revTx" presStyleIdx="1" presStyleCnt="5">
        <dgm:presLayoutVars>
          <dgm:chMax val="0"/>
          <dgm:chPref val="0"/>
        </dgm:presLayoutVars>
      </dgm:prSet>
      <dgm:spPr/>
    </dgm:pt>
    <dgm:pt modelId="{310DF325-AC62-4D2D-AC2E-BC6D3CEFD4B4}" type="pres">
      <dgm:prSet presAssocID="{5DE69EE1-56B0-42AF-B3D3-C57A84157EEE}" presName="sibTrans" presStyleCnt="0"/>
      <dgm:spPr/>
    </dgm:pt>
    <dgm:pt modelId="{DA598103-5ED1-4095-9249-46DF863D8B3D}" type="pres">
      <dgm:prSet presAssocID="{46A68402-6559-40A2-B352-4B9C4B6CDD04}" presName="compNode" presStyleCnt="0"/>
      <dgm:spPr/>
    </dgm:pt>
    <dgm:pt modelId="{F842C2AB-2200-42DC-B038-B1A2F6944E17}" type="pres">
      <dgm:prSet presAssocID="{46A68402-6559-40A2-B352-4B9C4B6CDD04}" presName="bgRect" presStyleLbl="bgShp" presStyleIdx="2" presStyleCnt="5"/>
      <dgm:spPr/>
    </dgm:pt>
    <dgm:pt modelId="{FE0AEFC3-344B-4706-9069-29F6D560964C}" type="pres">
      <dgm:prSet presAssocID="{46A68402-6559-40A2-B352-4B9C4B6CDD0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297156B-CF5C-496B-9EE6-6E93D6E5B388}" type="pres">
      <dgm:prSet presAssocID="{46A68402-6559-40A2-B352-4B9C4B6CDD04}" presName="spaceRect" presStyleCnt="0"/>
      <dgm:spPr/>
    </dgm:pt>
    <dgm:pt modelId="{E5966F5E-1A79-4F30-B3D5-62B61A81AEFF}" type="pres">
      <dgm:prSet presAssocID="{46A68402-6559-40A2-B352-4B9C4B6CDD04}" presName="parTx" presStyleLbl="revTx" presStyleIdx="2" presStyleCnt="5">
        <dgm:presLayoutVars>
          <dgm:chMax val="0"/>
          <dgm:chPref val="0"/>
        </dgm:presLayoutVars>
      </dgm:prSet>
      <dgm:spPr/>
    </dgm:pt>
    <dgm:pt modelId="{345FD546-8880-41CB-B054-C554EEC01E98}" type="pres">
      <dgm:prSet presAssocID="{9D61B37D-76F2-4417-9FCD-B38142BBB762}" presName="sibTrans" presStyleCnt="0"/>
      <dgm:spPr/>
    </dgm:pt>
    <dgm:pt modelId="{265FA1E7-28D4-454D-807C-6F053C2A1F67}" type="pres">
      <dgm:prSet presAssocID="{16A1937E-CA1E-42D6-BDA0-D7322C408374}" presName="compNode" presStyleCnt="0"/>
      <dgm:spPr/>
    </dgm:pt>
    <dgm:pt modelId="{7458909A-6E7B-4D18-A32F-49867CB6CDAC}" type="pres">
      <dgm:prSet presAssocID="{16A1937E-CA1E-42D6-BDA0-D7322C408374}" presName="bgRect" presStyleLbl="bgShp" presStyleIdx="3" presStyleCnt="5"/>
      <dgm:spPr/>
    </dgm:pt>
    <dgm:pt modelId="{9D611393-59E1-4E02-AD48-C04A4FDC7437}" type="pres">
      <dgm:prSet presAssocID="{16A1937E-CA1E-42D6-BDA0-D7322C4083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A1E2EE3-BA2E-45C9-B889-CFC37F30F6A2}" type="pres">
      <dgm:prSet presAssocID="{16A1937E-CA1E-42D6-BDA0-D7322C408374}" presName="spaceRect" presStyleCnt="0"/>
      <dgm:spPr/>
    </dgm:pt>
    <dgm:pt modelId="{4E2773EF-A79A-44C7-BA91-EA1F9E4F7E62}" type="pres">
      <dgm:prSet presAssocID="{16A1937E-CA1E-42D6-BDA0-D7322C408374}" presName="parTx" presStyleLbl="revTx" presStyleIdx="3" presStyleCnt="5">
        <dgm:presLayoutVars>
          <dgm:chMax val="0"/>
          <dgm:chPref val="0"/>
        </dgm:presLayoutVars>
      </dgm:prSet>
      <dgm:spPr/>
    </dgm:pt>
    <dgm:pt modelId="{136B5685-B4DB-4DC0-B85A-0CE10E44874A}" type="pres">
      <dgm:prSet presAssocID="{434EBB79-7E4B-489E-85EA-84D1779E63FD}" presName="sibTrans" presStyleCnt="0"/>
      <dgm:spPr/>
    </dgm:pt>
    <dgm:pt modelId="{1B79650D-DB77-4B1A-B734-899659A2CD8E}" type="pres">
      <dgm:prSet presAssocID="{5651F795-04ED-4949-825E-FF2DF963DC8A}" presName="compNode" presStyleCnt="0"/>
      <dgm:spPr/>
    </dgm:pt>
    <dgm:pt modelId="{C90DBE1A-CF2D-4531-82C3-B043C3606EC2}" type="pres">
      <dgm:prSet presAssocID="{5651F795-04ED-4949-825E-FF2DF963DC8A}" presName="bgRect" presStyleLbl="bgShp" presStyleIdx="4" presStyleCnt="5"/>
      <dgm:spPr/>
    </dgm:pt>
    <dgm:pt modelId="{6C196A61-40F4-49F6-889F-97B36AD33FDB}" type="pres">
      <dgm:prSet presAssocID="{5651F795-04ED-4949-825E-FF2DF963DC8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041F080A-0FCE-42B4-93FA-C8D484BAEBCA}" type="pres">
      <dgm:prSet presAssocID="{5651F795-04ED-4949-825E-FF2DF963DC8A}" presName="spaceRect" presStyleCnt="0"/>
      <dgm:spPr/>
    </dgm:pt>
    <dgm:pt modelId="{B8ADFB9D-BB6E-4F50-B408-6BD21DFCFFDB}" type="pres">
      <dgm:prSet presAssocID="{5651F795-04ED-4949-825E-FF2DF963DC8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07A1F17-3DBA-4A12-892C-4EEC0C2F704A}" type="presOf" srcId="{46A68402-6559-40A2-B352-4B9C4B6CDD04}" destId="{E5966F5E-1A79-4F30-B3D5-62B61A81AEFF}" srcOrd="0" destOrd="0" presId="urn:microsoft.com/office/officeart/2018/2/layout/IconVerticalSolidList"/>
    <dgm:cxn modelId="{4A8E5119-087B-45FF-BA51-491DEACEB0A4}" type="presOf" srcId="{7CD1CD9C-126F-463D-BFF3-A9A0517C90A6}" destId="{792CBD4E-1C49-4FBB-A6A6-5E8025D81205}" srcOrd="0" destOrd="0" presId="urn:microsoft.com/office/officeart/2018/2/layout/IconVerticalSolidList"/>
    <dgm:cxn modelId="{3C20BC28-39EE-4FC4-B525-F6C5D648DE52}" type="presOf" srcId="{5651F795-04ED-4949-825E-FF2DF963DC8A}" destId="{B8ADFB9D-BB6E-4F50-B408-6BD21DFCFFDB}" srcOrd="0" destOrd="0" presId="urn:microsoft.com/office/officeart/2018/2/layout/IconVerticalSolidList"/>
    <dgm:cxn modelId="{038CF82B-4BDD-4906-955E-681ADA6596A5}" srcId="{7CD1CD9C-126F-463D-BFF3-A9A0517C90A6}" destId="{16A1937E-CA1E-42D6-BDA0-D7322C408374}" srcOrd="3" destOrd="0" parTransId="{EA3CFBC5-EE13-4A44-B37E-3095FB0FC39F}" sibTransId="{434EBB79-7E4B-489E-85EA-84D1779E63FD}"/>
    <dgm:cxn modelId="{87E7D143-BC8B-4983-93A5-E5E65D6888AE}" srcId="{7CD1CD9C-126F-463D-BFF3-A9A0517C90A6}" destId="{46A68402-6559-40A2-B352-4B9C4B6CDD04}" srcOrd="2" destOrd="0" parTransId="{5883BBA8-0F2E-40AF-949F-0182F700CB1C}" sibTransId="{9D61B37D-76F2-4417-9FCD-B38142BBB762}"/>
    <dgm:cxn modelId="{738BBB68-A26C-4420-81EE-18A8051929A8}" type="presOf" srcId="{E6F2D1BA-C86D-4F59-8168-93032FA2F5A4}" destId="{5C970756-8ACD-4323-9780-FF008A79296E}" srcOrd="0" destOrd="0" presId="urn:microsoft.com/office/officeart/2018/2/layout/IconVerticalSolidList"/>
    <dgm:cxn modelId="{BD61B74C-7870-4747-9462-66CEC76E765B}" type="presOf" srcId="{820DFAE2-D878-461B-B83D-A3BA24CF8A07}" destId="{937D733C-4FD7-4F5F-AC9B-2631B0B235EF}" srcOrd="0" destOrd="0" presId="urn:microsoft.com/office/officeart/2018/2/layout/IconVerticalSolidList"/>
    <dgm:cxn modelId="{6FE0946F-9A73-4BCC-8DA4-BC0C07EA6230}" srcId="{7CD1CD9C-126F-463D-BFF3-A9A0517C90A6}" destId="{5651F795-04ED-4949-825E-FF2DF963DC8A}" srcOrd="4" destOrd="0" parTransId="{ECAE58E5-8C5A-4335-9956-4230C465C797}" sibTransId="{27CB19C8-4E38-44E2-A478-3EF3CCBBA285}"/>
    <dgm:cxn modelId="{BA6964A3-FB5C-4483-BA6D-70C215C1E228}" type="presOf" srcId="{16A1937E-CA1E-42D6-BDA0-D7322C408374}" destId="{4E2773EF-A79A-44C7-BA91-EA1F9E4F7E62}" srcOrd="0" destOrd="0" presId="urn:microsoft.com/office/officeart/2018/2/layout/IconVerticalSolidList"/>
    <dgm:cxn modelId="{553714BC-72C7-4FDC-9C47-58BFF8A19181}" srcId="{7CD1CD9C-126F-463D-BFF3-A9A0517C90A6}" destId="{E6F2D1BA-C86D-4F59-8168-93032FA2F5A4}" srcOrd="0" destOrd="0" parTransId="{4447DA08-87E8-4483-8D85-14E1B94ABF61}" sibTransId="{7A8A0E2C-7D3E-4A6D-A77D-388F8C490075}"/>
    <dgm:cxn modelId="{312CE7C5-D986-44EE-90D1-60EBE725DE55}" srcId="{7CD1CD9C-126F-463D-BFF3-A9A0517C90A6}" destId="{820DFAE2-D878-461B-B83D-A3BA24CF8A07}" srcOrd="1" destOrd="0" parTransId="{7C7BC0CA-134D-42CA-9DD2-B4C0FB3D2507}" sibTransId="{5DE69EE1-56B0-42AF-B3D3-C57A84157EEE}"/>
    <dgm:cxn modelId="{7E9720F5-2AA1-4926-A86F-E24232B9FF85}" type="presParOf" srcId="{792CBD4E-1C49-4FBB-A6A6-5E8025D81205}" destId="{5711EB6C-4143-4723-8DA3-99C8B44D675E}" srcOrd="0" destOrd="0" presId="urn:microsoft.com/office/officeart/2018/2/layout/IconVerticalSolidList"/>
    <dgm:cxn modelId="{DADE7C75-9E55-476E-AD3A-415286872C34}" type="presParOf" srcId="{5711EB6C-4143-4723-8DA3-99C8B44D675E}" destId="{FE8AB2D7-3E40-4942-ADF1-0C59036E0CF3}" srcOrd="0" destOrd="0" presId="urn:microsoft.com/office/officeart/2018/2/layout/IconVerticalSolidList"/>
    <dgm:cxn modelId="{F61A4A81-F4EF-4C26-824A-1E0F73EBD9C8}" type="presParOf" srcId="{5711EB6C-4143-4723-8DA3-99C8B44D675E}" destId="{532212F4-B13C-4F55-925E-5F7B91AD1BB4}" srcOrd="1" destOrd="0" presId="urn:microsoft.com/office/officeart/2018/2/layout/IconVerticalSolidList"/>
    <dgm:cxn modelId="{16FA47B9-E38D-4A43-995C-9A24725A80E1}" type="presParOf" srcId="{5711EB6C-4143-4723-8DA3-99C8B44D675E}" destId="{00691FFA-F245-47BF-95E2-28A60318F66F}" srcOrd="2" destOrd="0" presId="urn:microsoft.com/office/officeart/2018/2/layout/IconVerticalSolidList"/>
    <dgm:cxn modelId="{71F78048-65DD-4F0F-9DD2-697FAFCDC1B8}" type="presParOf" srcId="{5711EB6C-4143-4723-8DA3-99C8B44D675E}" destId="{5C970756-8ACD-4323-9780-FF008A79296E}" srcOrd="3" destOrd="0" presId="urn:microsoft.com/office/officeart/2018/2/layout/IconVerticalSolidList"/>
    <dgm:cxn modelId="{A193ED56-D62B-4852-965D-0624409E7A40}" type="presParOf" srcId="{792CBD4E-1C49-4FBB-A6A6-5E8025D81205}" destId="{266B3886-69A8-47C3-8051-A5EDFFAD2FA6}" srcOrd="1" destOrd="0" presId="urn:microsoft.com/office/officeart/2018/2/layout/IconVerticalSolidList"/>
    <dgm:cxn modelId="{6D87D73D-8BDD-4CEB-8284-7C6D2ACE2748}" type="presParOf" srcId="{792CBD4E-1C49-4FBB-A6A6-5E8025D81205}" destId="{F06D177E-DD4A-46B4-9FF0-CC3F30AB4F0A}" srcOrd="2" destOrd="0" presId="urn:microsoft.com/office/officeart/2018/2/layout/IconVerticalSolidList"/>
    <dgm:cxn modelId="{09EB8599-8F0C-4A48-8A21-4946D43FE888}" type="presParOf" srcId="{F06D177E-DD4A-46B4-9FF0-CC3F30AB4F0A}" destId="{6EC14DC7-421F-494E-8096-39BEE0F33899}" srcOrd="0" destOrd="0" presId="urn:microsoft.com/office/officeart/2018/2/layout/IconVerticalSolidList"/>
    <dgm:cxn modelId="{C489886E-E1B3-4C9D-AFDA-A3C22619EB77}" type="presParOf" srcId="{F06D177E-DD4A-46B4-9FF0-CC3F30AB4F0A}" destId="{F2D198D2-889D-4244-9927-C214BC8D1372}" srcOrd="1" destOrd="0" presId="urn:microsoft.com/office/officeart/2018/2/layout/IconVerticalSolidList"/>
    <dgm:cxn modelId="{06537E37-276F-42DD-A083-7E04941B8E4F}" type="presParOf" srcId="{F06D177E-DD4A-46B4-9FF0-CC3F30AB4F0A}" destId="{BEA744F2-1688-4AF9-80A1-2F4F9985F35C}" srcOrd="2" destOrd="0" presId="urn:microsoft.com/office/officeart/2018/2/layout/IconVerticalSolidList"/>
    <dgm:cxn modelId="{C686E022-6153-464F-934D-627BFE2317EF}" type="presParOf" srcId="{F06D177E-DD4A-46B4-9FF0-CC3F30AB4F0A}" destId="{937D733C-4FD7-4F5F-AC9B-2631B0B235EF}" srcOrd="3" destOrd="0" presId="urn:microsoft.com/office/officeart/2018/2/layout/IconVerticalSolidList"/>
    <dgm:cxn modelId="{5C379DC1-1D8B-4409-8A2C-BA72EC64CC05}" type="presParOf" srcId="{792CBD4E-1C49-4FBB-A6A6-5E8025D81205}" destId="{310DF325-AC62-4D2D-AC2E-BC6D3CEFD4B4}" srcOrd="3" destOrd="0" presId="urn:microsoft.com/office/officeart/2018/2/layout/IconVerticalSolidList"/>
    <dgm:cxn modelId="{8FAF343A-E921-4B5B-B544-A0CF080BC1AA}" type="presParOf" srcId="{792CBD4E-1C49-4FBB-A6A6-5E8025D81205}" destId="{DA598103-5ED1-4095-9249-46DF863D8B3D}" srcOrd="4" destOrd="0" presId="urn:microsoft.com/office/officeart/2018/2/layout/IconVerticalSolidList"/>
    <dgm:cxn modelId="{8E925666-7FBB-4233-B44A-0B5E2ED83249}" type="presParOf" srcId="{DA598103-5ED1-4095-9249-46DF863D8B3D}" destId="{F842C2AB-2200-42DC-B038-B1A2F6944E17}" srcOrd="0" destOrd="0" presId="urn:microsoft.com/office/officeart/2018/2/layout/IconVerticalSolidList"/>
    <dgm:cxn modelId="{C4A67F49-D62C-4713-AB7E-F748C103BBB8}" type="presParOf" srcId="{DA598103-5ED1-4095-9249-46DF863D8B3D}" destId="{FE0AEFC3-344B-4706-9069-29F6D560964C}" srcOrd="1" destOrd="0" presId="urn:microsoft.com/office/officeart/2018/2/layout/IconVerticalSolidList"/>
    <dgm:cxn modelId="{EEFB30EE-F72A-433C-AE6E-D78606C90175}" type="presParOf" srcId="{DA598103-5ED1-4095-9249-46DF863D8B3D}" destId="{3297156B-CF5C-496B-9EE6-6E93D6E5B388}" srcOrd="2" destOrd="0" presId="urn:microsoft.com/office/officeart/2018/2/layout/IconVerticalSolidList"/>
    <dgm:cxn modelId="{69D8F827-4283-4503-B842-B3A57AA9C9DF}" type="presParOf" srcId="{DA598103-5ED1-4095-9249-46DF863D8B3D}" destId="{E5966F5E-1A79-4F30-B3D5-62B61A81AEFF}" srcOrd="3" destOrd="0" presId="urn:microsoft.com/office/officeart/2018/2/layout/IconVerticalSolidList"/>
    <dgm:cxn modelId="{4639F258-71F1-495E-83A2-0EBB6BEC7AF8}" type="presParOf" srcId="{792CBD4E-1C49-4FBB-A6A6-5E8025D81205}" destId="{345FD546-8880-41CB-B054-C554EEC01E98}" srcOrd="5" destOrd="0" presId="urn:microsoft.com/office/officeart/2018/2/layout/IconVerticalSolidList"/>
    <dgm:cxn modelId="{AC8DBD22-B4B8-4340-AB61-AC11323ECCBC}" type="presParOf" srcId="{792CBD4E-1C49-4FBB-A6A6-5E8025D81205}" destId="{265FA1E7-28D4-454D-807C-6F053C2A1F67}" srcOrd="6" destOrd="0" presId="urn:microsoft.com/office/officeart/2018/2/layout/IconVerticalSolidList"/>
    <dgm:cxn modelId="{05C87426-2339-4588-B78A-699B2CF3B4DC}" type="presParOf" srcId="{265FA1E7-28D4-454D-807C-6F053C2A1F67}" destId="{7458909A-6E7B-4D18-A32F-49867CB6CDAC}" srcOrd="0" destOrd="0" presId="urn:microsoft.com/office/officeart/2018/2/layout/IconVerticalSolidList"/>
    <dgm:cxn modelId="{8D3DFDF9-5597-42A6-820E-4325CD1C16C8}" type="presParOf" srcId="{265FA1E7-28D4-454D-807C-6F053C2A1F67}" destId="{9D611393-59E1-4E02-AD48-C04A4FDC7437}" srcOrd="1" destOrd="0" presId="urn:microsoft.com/office/officeart/2018/2/layout/IconVerticalSolidList"/>
    <dgm:cxn modelId="{33A5A99A-E1D4-4BA4-B93D-E8C52AB09FE1}" type="presParOf" srcId="{265FA1E7-28D4-454D-807C-6F053C2A1F67}" destId="{CA1E2EE3-BA2E-45C9-B889-CFC37F30F6A2}" srcOrd="2" destOrd="0" presId="urn:microsoft.com/office/officeart/2018/2/layout/IconVerticalSolidList"/>
    <dgm:cxn modelId="{BAFCC39B-C2A1-46F4-AB50-E222298642B9}" type="presParOf" srcId="{265FA1E7-28D4-454D-807C-6F053C2A1F67}" destId="{4E2773EF-A79A-44C7-BA91-EA1F9E4F7E62}" srcOrd="3" destOrd="0" presId="urn:microsoft.com/office/officeart/2018/2/layout/IconVerticalSolidList"/>
    <dgm:cxn modelId="{BB062A4E-2FCC-41D3-8D54-BDB9473A3A47}" type="presParOf" srcId="{792CBD4E-1C49-4FBB-A6A6-5E8025D81205}" destId="{136B5685-B4DB-4DC0-B85A-0CE10E44874A}" srcOrd="7" destOrd="0" presId="urn:microsoft.com/office/officeart/2018/2/layout/IconVerticalSolidList"/>
    <dgm:cxn modelId="{A1BCE7B5-DE9A-4FE8-8835-1678A4F94F52}" type="presParOf" srcId="{792CBD4E-1C49-4FBB-A6A6-5E8025D81205}" destId="{1B79650D-DB77-4B1A-B734-899659A2CD8E}" srcOrd="8" destOrd="0" presId="urn:microsoft.com/office/officeart/2018/2/layout/IconVerticalSolidList"/>
    <dgm:cxn modelId="{ABC87C8B-9F4F-4BE2-9B21-149606E1B4B3}" type="presParOf" srcId="{1B79650D-DB77-4B1A-B734-899659A2CD8E}" destId="{C90DBE1A-CF2D-4531-82C3-B043C3606EC2}" srcOrd="0" destOrd="0" presId="urn:microsoft.com/office/officeart/2018/2/layout/IconVerticalSolidList"/>
    <dgm:cxn modelId="{6BBA4241-B35E-45DE-A0F5-3DB911A461DC}" type="presParOf" srcId="{1B79650D-DB77-4B1A-B734-899659A2CD8E}" destId="{6C196A61-40F4-49F6-889F-97B36AD33FDB}" srcOrd="1" destOrd="0" presId="urn:microsoft.com/office/officeart/2018/2/layout/IconVerticalSolidList"/>
    <dgm:cxn modelId="{C23706C4-EF6E-46CD-909E-EC4BEC9646B4}" type="presParOf" srcId="{1B79650D-DB77-4B1A-B734-899659A2CD8E}" destId="{041F080A-0FCE-42B4-93FA-C8D484BAEBCA}" srcOrd="2" destOrd="0" presId="urn:microsoft.com/office/officeart/2018/2/layout/IconVerticalSolidList"/>
    <dgm:cxn modelId="{B7719161-24A9-46C3-ACB5-49B9A15E9F86}" type="presParOf" srcId="{1B79650D-DB77-4B1A-B734-899659A2CD8E}" destId="{B8ADFB9D-BB6E-4F50-B408-6BD21DFCFF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8B8F6D0-5E98-470E-B79F-27B2F54DB0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C77C73-0192-42D1-817E-7EFBD40CD255}">
      <dgm:prSet/>
      <dgm:spPr/>
      <dgm:t>
        <a:bodyPr/>
        <a:lstStyle/>
        <a:p>
          <a:r>
            <a:rPr lang="en-US"/>
            <a:t>Sandboxing &amp; Process Isolation</a:t>
          </a:r>
        </a:p>
      </dgm:t>
    </dgm:pt>
    <dgm:pt modelId="{19FFED5A-7239-4F9E-B698-3AE5DEC88BC8}" type="parTrans" cxnId="{0269D42A-359C-44A1-A983-3845AFD9634B}">
      <dgm:prSet/>
      <dgm:spPr/>
      <dgm:t>
        <a:bodyPr/>
        <a:lstStyle/>
        <a:p>
          <a:endParaRPr lang="en-US"/>
        </a:p>
      </dgm:t>
    </dgm:pt>
    <dgm:pt modelId="{41D52F4E-08D7-4142-B38B-56D7E35FAC93}" type="sibTrans" cxnId="{0269D42A-359C-44A1-A983-3845AFD9634B}">
      <dgm:prSet/>
      <dgm:spPr/>
      <dgm:t>
        <a:bodyPr/>
        <a:lstStyle/>
        <a:p>
          <a:endParaRPr lang="en-US"/>
        </a:p>
      </dgm:t>
    </dgm:pt>
    <dgm:pt modelId="{58D8A340-0965-4FF7-AD3D-B8EBA6EB2943}">
      <dgm:prSet/>
      <dgm:spPr/>
      <dgm:t>
        <a:bodyPr/>
        <a:lstStyle/>
        <a:p>
          <a:r>
            <a:rPr lang="en-US"/>
            <a:t>Patch Management</a:t>
          </a:r>
        </a:p>
      </dgm:t>
    </dgm:pt>
    <dgm:pt modelId="{BE32AF19-179D-441B-B400-054B8C02EFB6}" type="parTrans" cxnId="{4752AC96-7BE2-43D0-AEA6-8EA2BF7FCE9A}">
      <dgm:prSet/>
      <dgm:spPr/>
      <dgm:t>
        <a:bodyPr/>
        <a:lstStyle/>
        <a:p>
          <a:endParaRPr lang="en-US"/>
        </a:p>
      </dgm:t>
    </dgm:pt>
    <dgm:pt modelId="{1E8FB40B-8F61-44F0-846D-8DA8317D5769}" type="sibTrans" cxnId="{4752AC96-7BE2-43D0-AEA6-8EA2BF7FCE9A}">
      <dgm:prSet/>
      <dgm:spPr/>
      <dgm:t>
        <a:bodyPr/>
        <a:lstStyle/>
        <a:p>
          <a:endParaRPr lang="en-US"/>
        </a:p>
      </dgm:t>
    </dgm:pt>
    <dgm:pt modelId="{7C8EB727-AFAE-4779-B317-E6EA10D26DB6}">
      <dgm:prSet/>
      <dgm:spPr/>
      <dgm:t>
        <a:bodyPr/>
        <a:lstStyle/>
        <a:p>
          <a:r>
            <a:rPr lang="en-US"/>
            <a:t>Malware Protection &amp; Integrity Checking</a:t>
          </a:r>
        </a:p>
      </dgm:t>
    </dgm:pt>
    <dgm:pt modelId="{F95E0DD9-946E-423F-9D2D-4F6607B2F5D7}" type="parTrans" cxnId="{C5AE016E-F14A-434D-9D1E-455FEF48196C}">
      <dgm:prSet/>
      <dgm:spPr/>
      <dgm:t>
        <a:bodyPr/>
        <a:lstStyle/>
        <a:p>
          <a:endParaRPr lang="en-US"/>
        </a:p>
      </dgm:t>
    </dgm:pt>
    <dgm:pt modelId="{4CDEFE60-E4E5-4998-A431-6C6427071534}" type="sibTrans" cxnId="{C5AE016E-F14A-434D-9D1E-455FEF48196C}">
      <dgm:prSet/>
      <dgm:spPr/>
      <dgm:t>
        <a:bodyPr/>
        <a:lstStyle/>
        <a:p>
          <a:endParaRPr lang="en-US"/>
        </a:p>
      </dgm:t>
    </dgm:pt>
    <dgm:pt modelId="{B10CA85E-0AF9-4B9C-A6CC-5F89AA894DEC}">
      <dgm:prSet/>
      <dgm:spPr/>
      <dgm:t>
        <a:bodyPr/>
        <a:lstStyle/>
        <a:p>
          <a:r>
            <a:rPr lang="en-US"/>
            <a:t>Audit Logs &amp; Security Monitoring</a:t>
          </a:r>
        </a:p>
      </dgm:t>
    </dgm:pt>
    <dgm:pt modelId="{D73DF6D1-7E10-460E-9040-88D71FD92805}" type="parTrans" cxnId="{26EF0014-9D4D-4C68-BC7D-49476675782C}">
      <dgm:prSet/>
      <dgm:spPr/>
      <dgm:t>
        <a:bodyPr/>
        <a:lstStyle/>
        <a:p>
          <a:endParaRPr lang="en-US"/>
        </a:p>
      </dgm:t>
    </dgm:pt>
    <dgm:pt modelId="{480854A7-D2CC-42EF-8667-A4FE60EC1ED4}" type="sibTrans" cxnId="{26EF0014-9D4D-4C68-BC7D-49476675782C}">
      <dgm:prSet/>
      <dgm:spPr/>
      <dgm:t>
        <a:bodyPr/>
        <a:lstStyle/>
        <a:p>
          <a:endParaRPr lang="en-US"/>
        </a:p>
      </dgm:t>
    </dgm:pt>
    <dgm:pt modelId="{771A5471-35D9-41FB-9E38-775B63CA80E9}">
      <dgm:prSet/>
      <dgm:spPr/>
      <dgm:t>
        <a:bodyPr/>
        <a:lstStyle/>
        <a:p>
          <a:r>
            <a:rPr lang="en-US"/>
            <a:t>Backup &amp; Recovery Mechanisms</a:t>
          </a:r>
        </a:p>
      </dgm:t>
    </dgm:pt>
    <dgm:pt modelId="{D86EB277-3049-40B2-993B-5FE703589AD9}" type="parTrans" cxnId="{E7DA7267-C3E5-4E1D-A4C9-893D88DF5E64}">
      <dgm:prSet/>
      <dgm:spPr/>
      <dgm:t>
        <a:bodyPr/>
        <a:lstStyle/>
        <a:p>
          <a:endParaRPr lang="en-US"/>
        </a:p>
      </dgm:t>
    </dgm:pt>
    <dgm:pt modelId="{6B3E62FA-2372-4959-AAC3-3DD8B4573CA7}" type="sibTrans" cxnId="{E7DA7267-C3E5-4E1D-A4C9-893D88DF5E64}">
      <dgm:prSet/>
      <dgm:spPr/>
      <dgm:t>
        <a:bodyPr/>
        <a:lstStyle/>
        <a:p>
          <a:endParaRPr lang="en-US"/>
        </a:p>
      </dgm:t>
    </dgm:pt>
    <dgm:pt modelId="{C8622A44-0BB9-4F74-A617-C05994215D85}" type="pres">
      <dgm:prSet presAssocID="{78B8F6D0-5E98-470E-B79F-27B2F54DB0A4}" presName="root" presStyleCnt="0">
        <dgm:presLayoutVars>
          <dgm:dir/>
          <dgm:resizeHandles val="exact"/>
        </dgm:presLayoutVars>
      </dgm:prSet>
      <dgm:spPr/>
    </dgm:pt>
    <dgm:pt modelId="{0670AD2B-F763-4B33-B1F8-B3578022A502}" type="pres">
      <dgm:prSet presAssocID="{A7C77C73-0192-42D1-817E-7EFBD40CD255}" presName="compNode" presStyleCnt="0"/>
      <dgm:spPr/>
    </dgm:pt>
    <dgm:pt modelId="{2B5E392D-3BE6-473C-9994-C2B4656190E4}" type="pres">
      <dgm:prSet presAssocID="{A7C77C73-0192-42D1-817E-7EFBD40CD255}" presName="bgRect" presStyleLbl="bgShp" presStyleIdx="0" presStyleCnt="5"/>
      <dgm:spPr/>
    </dgm:pt>
    <dgm:pt modelId="{AE29330E-4CC3-4E21-B36A-49255F63BCF8}" type="pres">
      <dgm:prSet presAssocID="{A7C77C73-0192-42D1-817E-7EFBD40CD2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8E82651-9932-402D-B281-EAA1A934166C}" type="pres">
      <dgm:prSet presAssocID="{A7C77C73-0192-42D1-817E-7EFBD40CD255}" presName="spaceRect" presStyleCnt="0"/>
      <dgm:spPr/>
    </dgm:pt>
    <dgm:pt modelId="{FF73F5A6-6B30-4C55-830F-FE5B0F621FB9}" type="pres">
      <dgm:prSet presAssocID="{A7C77C73-0192-42D1-817E-7EFBD40CD255}" presName="parTx" presStyleLbl="revTx" presStyleIdx="0" presStyleCnt="5">
        <dgm:presLayoutVars>
          <dgm:chMax val="0"/>
          <dgm:chPref val="0"/>
        </dgm:presLayoutVars>
      </dgm:prSet>
      <dgm:spPr/>
    </dgm:pt>
    <dgm:pt modelId="{99B8FF26-3369-43CD-924B-AC3B6D177C57}" type="pres">
      <dgm:prSet presAssocID="{41D52F4E-08D7-4142-B38B-56D7E35FAC93}" presName="sibTrans" presStyleCnt="0"/>
      <dgm:spPr/>
    </dgm:pt>
    <dgm:pt modelId="{051E7050-3D20-40C8-A8C8-2F43F5043B01}" type="pres">
      <dgm:prSet presAssocID="{58D8A340-0965-4FF7-AD3D-B8EBA6EB2943}" presName="compNode" presStyleCnt="0"/>
      <dgm:spPr/>
    </dgm:pt>
    <dgm:pt modelId="{44F68157-E874-4FDB-8423-F77DBDF37A19}" type="pres">
      <dgm:prSet presAssocID="{58D8A340-0965-4FF7-AD3D-B8EBA6EB2943}" presName="bgRect" presStyleLbl="bgShp" presStyleIdx="1" presStyleCnt="5"/>
      <dgm:spPr/>
    </dgm:pt>
    <dgm:pt modelId="{192254C8-52A9-4DDC-A756-58B7C78DFA5F}" type="pres">
      <dgm:prSet presAssocID="{58D8A340-0965-4FF7-AD3D-B8EBA6EB294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4A4A85-6308-4FA6-B22F-8956AA5386CF}" type="pres">
      <dgm:prSet presAssocID="{58D8A340-0965-4FF7-AD3D-B8EBA6EB2943}" presName="spaceRect" presStyleCnt="0"/>
      <dgm:spPr/>
    </dgm:pt>
    <dgm:pt modelId="{CD3D1C60-2748-4D19-8A8B-55F4F7056A7D}" type="pres">
      <dgm:prSet presAssocID="{58D8A340-0965-4FF7-AD3D-B8EBA6EB2943}" presName="parTx" presStyleLbl="revTx" presStyleIdx="1" presStyleCnt="5">
        <dgm:presLayoutVars>
          <dgm:chMax val="0"/>
          <dgm:chPref val="0"/>
        </dgm:presLayoutVars>
      </dgm:prSet>
      <dgm:spPr/>
    </dgm:pt>
    <dgm:pt modelId="{E6EC62C8-34F3-4BCB-9077-F627C0502479}" type="pres">
      <dgm:prSet presAssocID="{1E8FB40B-8F61-44F0-846D-8DA8317D5769}" presName="sibTrans" presStyleCnt="0"/>
      <dgm:spPr/>
    </dgm:pt>
    <dgm:pt modelId="{17F0376E-F539-467C-98AD-FC580BA3B1DA}" type="pres">
      <dgm:prSet presAssocID="{7C8EB727-AFAE-4779-B317-E6EA10D26DB6}" presName="compNode" presStyleCnt="0"/>
      <dgm:spPr/>
    </dgm:pt>
    <dgm:pt modelId="{452070B3-E2A8-45EE-A22B-DE910B65A71E}" type="pres">
      <dgm:prSet presAssocID="{7C8EB727-AFAE-4779-B317-E6EA10D26DB6}" presName="bgRect" presStyleLbl="bgShp" presStyleIdx="2" presStyleCnt="5"/>
      <dgm:spPr/>
    </dgm:pt>
    <dgm:pt modelId="{25AD87F1-6ED3-4132-8AB0-B9F678DB2911}" type="pres">
      <dgm:prSet presAssocID="{7C8EB727-AFAE-4779-B317-E6EA10D26DB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0F8F0D83-FC2D-48B1-B65B-3A5EE0DA35E3}" type="pres">
      <dgm:prSet presAssocID="{7C8EB727-AFAE-4779-B317-E6EA10D26DB6}" presName="spaceRect" presStyleCnt="0"/>
      <dgm:spPr/>
    </dgm:pt>
    <dgm:pt modelId="{80F7F0C0-983E-4B2D-BF39-B24A9D97C345}" type="pres">
      <dgm:prSet presAssocID="{7C8EB727-AFAE-4779-B317-E6EA10D26DB6}" presName="parTx" presStyleLbl="revTx" presStyleIdx="2" presStyleCnt="5">
        <dgm:presLayoutVars>
          <dgm:chMax val="0"/>
          <dgm:chPref val="0"/>
        </dgm:presLayoutVars>
      </dgm:prSet>
      <dgm:spPr/>
    </dgm:pt>
    <dgm:pt modelId="{A1AACFBD-BC7D-488C-A6DC-CB7707E73ED5}" type="pres">
      <dgm:prSet presAssocID="{4CDEFE60-E4E5-4998-A431-6C6427071534}" presName="sibTrans" presStyleCnt="0"/>
      <dgm:spPr/>
    </dgm:pt>
    <dgm:pt modelId="{B26311CE-2214-4127-B781-08FBCA549F68}" type="pres">
      <dgm:prSet presAssocID="{B10CA85E-0AF9-4B9C-A6CC-5F89AA894DEC}" presName="compNode" presStyleCnt="0"/>
      <dgm:spPr/>
    </dgm:pt>
    <dgm:pt modelId="{7D80E581-D73B-41EC-8AB9-46FD8CDE8069}" type="pres">
      <dgm:prSet presAssocID="{B10CA85E-0AF9-4B9C-A6CC-5F89AA894DEC}" presName="bgRect" presStyleLbl="bgShp" presStyleIdx="3" presStyleCnt="5"/>
      <dgm:spPr/>
    </dgm:pt>
    <dgm:pt modelId="{8BC4A99B-EC3A-47AD-817F-3EFCF2348010}" type="pres">
      <dgm:prSet presAssocID="{B10CA85E-0AF9-4B9C-A6CC-5F89AA894DE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6148D6D-0340-43CC-AA5D-DD5A76DE33DF}" type="pres">
      <dgm:prSet presAssocID="{B10CA85E-0AF9-4B9C-A6CC-5F89AA894DEC}" presName="spaceRect" presStyleCnt="0"/>
      <dgm:spPr/>
    </dgm:pt>
    <dgm:pt modelId="{9F1EBC3E-CDB6-4ED4-9062-D26E321D4B39}" type="pres">
      <dgm:prSet presAssocID="{B10CA85E-0AF9-4B9C-A6CC-5F89AA894DEC}" presName="parTx" presStyleLbl="revTx" presStyleIdx="3" presStyleCnt="5">
        <dgm:presLayoutVars>
          <dgm:chMax val="0"/>
          <dgm:chPref val="0"/>
        </dgm:presLayoutVars>
      </dgm:prSet>
      <dgm:spPr/>
    </dgm:pt>
    <dgm:pt modelId="{D94CA9FB-B5EF-4A64-AB48-6D68CB07E35B}" type="pres">
      <dgm:prSet presAssocID="{480854A7-D2CC-42EF-8667-A4FE60EC1ED4}" presName="sibTrans" presStyleCnt="0"/>
      <dgm:spPr/>
    </dgm:pt>
    <dgm:pt modelId="{AF50EFDC-607D-49E9-BFEC-DE8E329AAAE8}" type="pres">
      <dgm:prSet presAssocID="{771A5471-35D9-41FB-9E38-775B63CA80E9}" presName="compNode" presStyleCnt="0"/>
      <dgm:spPr/>
    </dgm:pt>
    <dgm:pt modelId="{DDBA8266-0945-4A75-B42F-F42F6CCED31A}" type="pres">
      <dgm:prSet presAssocID="{771A5471-35D9-41FB-9E38-775B63CA80E9}" presName="bgRect" presStyleLbl="bgShp" presStyleIdx="4" presStyleCnt="5"/>
      <dgm:spPr/>
    </dgm:pt>
    <dgm:pt modelId="{594D8B07-1184-4CBF-A31B-9B5CB73273B8}" type="pres">
      <dgm:prSet presAssocID="{771A5471-35D9-41FB-9E38-775B63CA80E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8F22DABD-608E-4066-B772-D406548C8D14}" type="pres">
      <dgm:prSet presAssocID="{771A5471-35D9-41FB-9E38-775B63CA80E9}" presName="spaceRect" presStyleCnt="0"/>
      <dgm:spPr/>
    </dgm:pt>
    <dgm:pt modelId="{532F78E3-94FE-4991-84A3-88FEA135B7E4}" type="pres">
      <dgm:prSet presAssocID="{771A5471-35D9-41FB-9E38-775B63CA80E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6EF0014-9D4D-4C68-BC7D-49476675782C}" srcId="{78B8F6D0-5E98-470E-B79F-27B2F54DB0A4}" destId="{B10CA85E-0AF9-4B9C-A6CC-5F89AA894DEC}" srcOrd="3" destOrd="0" parTransId="{D73DF6D1-7E10-460E-9040-88D71FD92805}" sibTransId="{480854A7-D2CC-42EF-8667-A4FE60EC1ED4}"/>
    <dgm:cxn modelId="{0269D42A-359C-44A1-A983-3845AFD9634B}" srcId="{78B8F6D0-5E98-470E-B79F-27B2F54DB0A4}" destId="{A7C77C73-0192-42D1-817E-7EFBD40CD255}" srcOrd="0" destOrd="0" parTransId="{19FFED5A-7239-4F9E-B698-3AE5DEC88BC8}" sibTransId="{41D52F4E-08D7-4142-B38B-56D7E35FAC93}"/>
    <dgm:cxn modelId="{63EA6B37-F920-448E-AFF9-528DE771D30B}" type="presOf" srcId="{A7C77C73-0192-42D1-817E-7EFBD40CD255}" destId="{FF73F5A6-6B30-4C55-830F-FE5B0F621FB9}" srcOrd="0" destOrd="0" presId="urn:microsoft.com/office/officeart/2018/2/layout/IconVerticalSolidList"/>
    <dgm:cxn modelId="{E7DA7267-C3E5-4E1D-A4C9-893D88DF5E64}" srcId="{78B8F6D0-5E98-470E-B79F-27B2F54DB0A4}" destId="{771A5471-35D9-41FB-9E38-775B63CA80E9}" srcOrd="4" destOrd="0" parTransId="{D86EB277-3049-40B2-993B-5FE703589AD9}" sibTransId="{6B3E62FA-2372-4959-AAC3-3DD8B4573CA7}"/>
    <dgm:cxn modelId="{C5AE016E-F14A-434D-9D1E-455FEF48196C}" srcId="{78B8F6D0-5E98-470E-B79F-27B2F54DB0A4}" destId="{7C8EB727-AFAE-4779-B317-E6EA10D26DB6}" srcOrd="2" destOrd="0" parTransId="{F95E0DD9-946E-423F-9D2D-4F6607B2F5D7}" sibTransId="{4CDEFE60-E4E5-4998-A431-6C6427071534}"/>
    <dgm:cxn modelId="{4752AC96-7BE2-43D0-AEA6-8EA2BF7FCE9A}" srcId="{78B8F6D0-5E98-470E-B79F-27B2F54DB0A4}" destId="{58D8A340-0965-4FF7-AD3D-B8EBA6EB2943}" srcOrd="1" destOrd="0" parTransId="{BE32AF19-179D-441B-B400-054B8C02EFB6}" sibTransId="{1E8FB40B-8F61-44F0-846D-8DA8317D5769}"/>
    <dgm:cxn modelId="{20B1D79F-B6F7-4A41-AB71-F6577ED16320}" type="presOf" srcId="{B10CA85E-0AF9-4B9C-A6CC-5F89AA894DEC}" destId="{9F1EBC3E-CDB6-4ED4-9062-D26E321D4B39}" srcOrd="0" destOrd="0" presId="urn:microsoft.com/office/officeart/2018/2/layout/IconVerticalSolidList"/>
    <dgm:cxn modelId="{ABA4E5AF-FAE7-42E5-AC0C-7BA4700704BC}" type="presOf" srcId="{78B8F6D0-5E98-470E-B79F-27B2F54DB0A4}" destId="{C8622A44-0BB9-4F74-A617-C05994215D85}" srcOrd="0" destOrd="0" presId="urn:microsoft.com/office/officeart/2018/2/layout/IconVerticalSolidList"/>
    <dgm:cxn modelId="{055666CE-9AC8-4F4D-A181-37644073FF27}" type="presOf" srcId="{771A5471-35D9-41FB-9E38-775B63CA80E9}" destId="{532F78E3-94FE-4991-84A3-88FEA135B7E4}" srcOrd="0" destOrd="0" presId="urn:microsoft.com/office/officeart/2018/2/layout/IconVerticalSolidList"/>
    <dgm:cxn modelId="{90430DE4-8E70-4AE9-AEC3-8CBA125016A0}" type="presOf" srcId="{58D8A340-0965-4FF7-AD3D-B8EBA6EB2943}" destId="{CD3D1C60-2748-4D19-8A8B-55F4F7056A7D}" srcOrd="0" destOrd="0" presId="urn:microsoft.com/office/officeart/2018/2/layout/IconVerticalSolidList"/>
    <dgm:cxn modelId="{CCF20DEF-A590-4167-9039-ED4C5A3F91D7}" type="presOf" srcId="{7C8EB727-AFAE-4779-B317-E6EA10D26DB6}" destId="{80F7F0C0-983E-4B2D-BF39-B24A9D97C345}" srcOrd="0" destOrd="0" presId="urn:microsoft.com/office/officeart/2018/2/layout/IconVerticalSolidList"/>
    <dgm:cxn modelId="{CDAC27E5-06A0-4CA2-B7BE-7E35013799CC}" type="presParOf" srcId="{C8622A44-0BB9-4F74-A617-C05994215D85}" destId="{0670AD2B-F763-4B33-B1F8-B3578022A502}" srcOrd="0" destOrd="0" presId="urn:microsoft.com/office/officeart/2018/2/layout/IconVerticalSolidList"/>
    <dgm:cxn modelId="{AE861062-AA91-4EA4-BEB2-89FED8496D5E}" type="presParOf" srcId="{0670AD2B-F763-4B33-B1F8-B3578022A502}" destId="{2B5E392D-3BE6-473C-9994-C2B4656190E4}" srcOrd="0" destOrd="0" presId="urn:microsoft.com/office/officeart/2018/2/layout/IconVerticalSolidList"/>
    <dgm:cxn modelId="{B960ECCC-C4C8-4AF4-995B-6E1656D510C8}" type="presParOf" srcId="{0670AD2B-F763-4B33-B1F8-B3578022A502}" destId="{AE29330E-4CC3-4E21-B36A-49255F63BCF8}" srcOrd="1" destOrd="0" presId="urn:microsoft.com/office/officeart/2018/2/layout/IconVerticalSolidList"/>
    <dgm:cxn modelId="{26F49893-E781-4DED-B097-64FB320F60E2}" type="presParOf" srcId="{0670AD2B-F763-4B33-B1F8-B3578022A502}" destId="{18E82651-9932-402D-B281-EAA1A934166C}" srcOrd="2" destOrd="0" presId="urn:microsoft.com/office/officeart/2018/2/layout/IconVerticalSolidList"/>
    <dgm:cxn modelId="{B224C354-7883-4568-AEE3-30F569255270}" type="presParOf" srcId="{0670AD2B-F763-4B33-B1F8-B3578022A502}" destId="{FF73F5A6-6B30-4C55-830F-FE5B0F621FB9}" srcOrd="3" destOrd="0" presId="urn:microsoft.com/office/officeart/2018/2/layout/IconVerticalSolidList"/>
    <dgm:cxn modelId="{45A3844A-365C-4C53-8DFC-5D1C8E62720D}" type="presParOf" srcId="{C8622A44-0BB9-4F74-A617-C05994215D85}" destId="{99B8FF26-3369-43CD-924B-AC3B6D177C57}" srcOrd="1" destOrd="0" presId="urn:microsoft.com/office/officeart/2018/2/layout/IconVerticalSolidList"/>
    <dgm:cxn modelId="{298F0358-A8D0-4EF9-AEE2-2C4B253EC843}" type="presParOf" srcId="{C8622A44-0BB9-4F74-A617-C05994215D85}" destId="{051E7050-3D20-40C8-A8C8-2F43F5043B01}" srcOrd="2" destOrd="0" presId="urn:microsoft.com/office/officeart/2018/2/layout/IconVerticalSolidList"/>
    <dgm:cxn modelId="{8CBFD92C-9523-42B0-B36A-63772557C62C}" type="presParOf" srcId="{051E7050-3D20-40C8-A8C8-2F43F5043B01}" destId="{44F68157-E874-4FDB-8423-F77DBDF37A19}" srcOrd="0" destOrd="0" presId="urn:microsoft.com/office/officeart/2018/2/layout/IconVerticalSolidList"/>
    <dgm:cxn modelId="{BA9BE2EE-08CA-4F1D-AC15-E3A8FEE28C23}" type="presParOf" srcId="{051E7050-3D20-40C8-A8C8-2F43F5043B01}" destId="{192254C8-52A9-4DDC-A756-58B7C78DFA5F}" srcOrd="1" destOrd="0" presId="urn:microsoft.com/office/officeart/2018/2/layout/IconVerticalSolidList"/>
    <dgm:cxn modelId="{1D3BDE9C-340E-47C5-9696-ED15A7CED3A0}" type="presParOf" srcId="{051E7050-3D20-40C8-A8C8-2F43F5043B01}" destId="{C04A4A85-6308-4FA6-B22F-8956AA5386CF}" srcOrd="2" destOrd="0" presId="urn:microsoft.com/office/officeart/2018/2/layout/IconVerticalSolidList"/>
    <dgm:cxn modelId="{2943E872-3D8C-4755-B977-61D8278BD029}" type="presParOf" srcId="{051E7050-3D20-40C8-A8C8-2F43F5043B01}" destId="{CD3D1C60-2748-4D19-8A8B-55F4F7056A7D}" srcOrd="3" destOrd="0" presId="urn:microsoft.com/office/officeart/2018/2/layout/IconVerticalSolidList"/>
    <dgm:cxn modelId="{76BB22EB-EA8A-4F06-89C9-93BE6FE3DEDA}" type="presParOf" srcId="{C8622A44-0BB9-4F74-A617-C05994215D85}" destId="{E6EC62C8-34F3-4BCB-9077-F627C0502479}" srcOrd="3" destOrd="0" presId="urn:microsoft.com/office/officeart/2018/2/layout/IconVerticalSolidList"/>
    <dgm:cxn modelId="{418EBCC8-551C-461B-AECB-E8559E2B17CD}" type="presParOf" srcId="{C8622A44-0BB9-4F74-A617-C05994215D85}" destId="{17F0376E-F539-467C-98AD-FC580BA3B1DA}" srcOrd="4" destOrd="0" presId="urn:microsoft.com/office/officeart/2018/2/layout/IconVerticalSolidList"/>
    <dgm:cxn modelId="{E38A54C5-7A2C-4B20-8491-9F4EE010A0B4}" type="presParOf" srcId="{17F0376E-F539-467C-98AD-FC580BA3B1DA}" destId="{452070B3-E2A8-45EE-A22B-DE910B65A71E}" srcOrd="0" destOrd="0" presId="urn:microsoft.com/office/officeart/2018/2/layout/IconVerticalSolidList"/>
    <dgm:cxn modelId="{426FC34C-0658-4B85-AB46-1CC94ED681AE}" type="presParOf" srcId="{17F0376E-F539-467C-98AD-FC580BA3B1DA}" destId="{25AD87F1-6ED3-4132-8AB0-B9F678DB2911}" srcOrd="1" destOrd="0" presId="urn:microsoft.com/office/officeart/2018/2/layout/IconVerticalSolidList"/>
    <dgm:cxn modelId="{20C91FD2-FC11-4101-A79A-7E2FA4632781}" type="presParOf" srcId="{17F0376E-F539-467C-98AD-FC580BA3B1DA}" destId="{0F8F0D83-FC2D-48B1-B65B-3A5EE0DA35E3}" srcOrd="2" destOrd="0" presId="urn:microsoft.com/office/officeart/2018/2/layout/IconVerticalSolidList"/>
    <dgm:cxn modelId="{197ACA8E-40D9-4AB2-9607-43000655A613}" type="presParOf" srcId="{17F0376E-F539-467C-98AD-FC580BA3B1DA}" destId="{80F7F0C0-983E-4B2D-BF39-B24A9D97C345}" srcOrd="3" destOrd="0" presId="urn:microsoft.com/office/officeart/2018/2/layout/IconVerticalSolidList"/>
    <dgm:cxn modelId="{E540DBCD-BE2E-4AF9-855A-A7349534C313}" type="presParOf" srcId="{C8622A44-0BB9-4F74-A617-C05994215D85}" destId="{A1AACFBD-BC7D-488C-A6DC-CB7707E73ED5}" srcOrd="5" destOrd="0" presId="urn:microsoft.com/office/officeart/2018/2/layout/IconVerticalSolidList"/>
    <dgm:cxn modelId="{1D58FA9C-6172-44F7-8FB0-903248862F77}" type="presParOf" srcId="{C8622A44-0BB9-4F74-A617-C05994215D85}" destId="{B26311CE-2214-4127-B781-08FBCA549F68}" srcOrd="6" destOrd="0" presId="urn:microsoft.com/office/officeart/2018/2/layout/IconVerticalSolidList"/>
    <dgm:cxn modelId="{28494610-5A3A-4C89-93BB-D80AF88CA0C9}" type="presParOf" srcId="{B26311CE-2214-4127-B781-08FBCA549F68}" destId="{7D80E581-D73B-41EC-8AB9-46FD8CDE8069}" srcOrd="0" destOrd="0" presId="urn:microsoft.com/office/officeart/2018/2/layout/IconVerticalSolidList"/>
    <dgm:cxn modelId="{E340C379-4ABC-4521-A5AE-3CD7B1AA1A1B}" type="presParOf" srcId="{B26311CE-2214-4127-B781-08FBCA549F68}" destId="{8BC4A99B-EC3A-47AD-817F-3EFCF2348010}" srcOrd="1" destOrd="0" presId="urn:microsoft.com/office/officeart/2018/2/layout/IconVerticalSolidList"/>
    <dgm:cxn modelId="{E7BF2782-D72A-4751-AC38-EFCF750B23E7}" type="presParOf" srcId="{B26311CE-2214-4127-B781-08FBCA549F68}" destId="{C6148D6D-0340-43CC-AA5D-DD5A76DE33DF}" srcOrd="2" destOrd="0" presId="urn:microsoft.com/office/officeart/2018/2/layout/IconVerticalSolidList"/>
    <dgm:cxn modelId="{92998313-C932-47D1-8ABE-CAFC45A92234}" type="presParOf" srcId="{B26311CE-2214-4127-B781-08FBCA549F68}" destId="{9F1EBC3E-CDB6-4ED4-9062-D26E321D4B39}" srcOrd="3" destOrd="0" presId="urn:microsoft.com/office/officeart/2018/2/layout/IconVerticalSolidList"/>
    <dgm:cxn modelId="{06D49C39-4CBA-4A9E-8A5C-592D0B87E7C6}" type="presParOf" srcId="{C8622A44-0BB9-4F74-A617-C05994215D85}" destId="{D94CA9FB-B5EF-4A64-AB48-6D68CB07E35B}" srcOrd="7" destOrd="0" presId="urn:microsoft.com/office/officeart/2018/2/layout/IconVerticalSolidList"/>
    <dgm:cxn modelId="{BFE71F07-D623-4D73-8E06-42DA26B333BB}" type="presParOf" srcId="{C8622A44-0BB9-4F74-A617-C05994215D85}" destId="{AF50EFDC-607D-49E9-BFEC-DE8E329AAAE8}" srcOrd="8" destOrd="0" presId="urn:microsoft.com/office/officeart/2018/2/layout/IconVerticalSolidList"/>
    <dgm:cxn modelId="{DF294849-FA64-46A2-BCCC-020EC7ADCBE7}" type="presParOf" srcId="{AF50EFDC-607D-49E9-BFEC-DE8E329AAAE8}" destId="{DDBA8266-0945-4A75-B42F-F42F6CCED31A}" srcOrd="0" destOrd="0" presId="urn:microsoft.com/office/officeart/2018/2/layout/IconVerticalSolidList"/>
    <dgm:cxn modelId="{49E5958C-A6E1-456E-918E-CF6AA59A05F4}" type="presParOf" srcId="{AF50EFDC-607D-49E9-BFEC-DE8E329AAAE8}" destId="{594D8B07-1184-4CBF-A31B-9B5CB73273B8}" srcOrd="1" destOrd="0" presId="urn:microsoft.com/office/officeart/2018/2/layout/IconVerticalSolidList"/>
    <dgm:cxn modelId="{0258090F-FADD-40D9-9ACE-67036F13DC77}" type="presParOf" srcId="{AF50EFDC-607D-49E9-BFEC-DE8E329AAAE8}" destId="{8F22DABD-608E-4066-B772-D406548C8D14}" srcOrd="2" destOrd="0" presId="urn:microsoft.com/office/officeart/2018/2/layout/IconVerticalSolidList"/>
    <dgm:cxn modelId="{2A3B0696-48EC-4988-A0E3-530FA04AC4A9}" type="presParOf" srcId="{AF50EFDC-607D-49E9-BFEC-DE8E329AAAE8}" destId="{532F78E3-94FE-4991-84A3-88FEA135B7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E8A1F-3E8E-4B17-A396-2D668A0E6421}">
      <dsp:nvSpPr>
        <dsp:cNvPr id="0" name=""/>
        <dsp:cNvSpPr/>
      </dsp:nvSpPr>
      <dsp:spPr>
        <a:xfrm>
          <a:off x="0" y="1805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B0FED-E664-4304-9769-437E281441C4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3FC97-821C-42E8-AF05-4A9580FFA59C}">
      <dsp:nvSpPr>
        <dsp:cNvPr id="0" name=""/>
        <dsp:cNvSpPr/>
      </dsp:nvSpPr>
      <dsp:spPr>
        <a:xfrm>
          <a:off x="1057183" y="1805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Definition: Information Management System</a:t>
          </a:r>
        </a:p>
      </dsp:txBody>
      <dsp:txXfrm>
        <a:off x="1057183" y="1805"/>
        <a:ext cx="10068016" cy="915310"/>
      </dsp:txXfrm>
    </dsp:sp>
    <dsp:sp modelId="{99D471D6-3891-4DF2-B9E3-E85577D26454}">
      <dsp:nvSpPr>
        <dsp:cNvPr id="0" name=""/>
        <dsp:cNvSpPr/>
      </dsp:nvSpPr>
      <dsp:spPr>
        <a:xfrm>
          <a:off x="0" y="1145944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7081D-D97C-4E37-9F11-34593C0130BC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35F5A-AD01-4385-98CD-86A666A4FE4F}">
      <dsp:nvSpPr>
        <dsp:cNvPr id="0" name=""/>
        <dsp:cNvSpPr/>
      </dsp:nvSpPr>
      <dsp:spPr>
        <a:xfrm>
          <a:off x="1057183" y="1145944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Purpose: Organizes, stores, and manages enterprise data for efficient decision-making.</a:t>
          </a:r>
        </a:p>
      </dsp:txBody>
      <dsp:txXfrm>
        <a:off x="1057183" y="1145944"/>
        <a:ext cx="10068016" cy="915310"/>
      </dsp:txXfrm>
    </dsp:sp>
    <dsp:sp modelId="{E21BD97E-B2BB-4A75-ACA3-521A9E775A66}">
      <dsp:nvSpPr>
        <dsp:cNvPr id="0" name=""/>
        <dsp:cNvSpPr/>
      </dsp:nvSpPr>
      <dsp:spPr>
        <a:xfrm>
          <a:off x="0" y="2290082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83398-56D1-4AB4-8C68-C2946ED528AD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A1AC9-B0D2-4C3B-BB6F-9D15F1FA3E77}">
      <dsp:nvSpPr>
        <dsp:cNvPr id="0" name=""/>
        <dsp:cNvSpPr/>
      </dsp:nvSpPr>
      <dsp:spPr>
        <a:xfrm>
          <a:off x="1057183" y="2290082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Developed by IBM; used in banking, telecom, and manufacturing.</a:t>
          </a:r>
        </a:p>
      </dsp:txBody>
      <dsp:txXfrm>
        <a:off x="1057183" y="2290082"/>
        <a:ext cx="10068016" cy="915310"/>
      </dsp:txXfrm>
    </dsp:sp>
    <dsp:sp modelId="{007FB6D6-D665-493A-BEB5-6E2B2BAEF5E0}">
      <dsp:nvSpPr>
        <dsp:cNvPr id="0" name=""/>
        <dsp:cNvSpPr/>
      </dsp:nvSpPr>
      <dsp:spPr>
        <a:xfrm>
          <a:off x="0" y="3434221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869F4-DE9A-420B-A584-3718ACE8B9C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D552A-668A-4627-9FA0-E2761A003DA0}">
      <dsp:nvSpPr>
        <dsp:cNvPr id="0" name=""/>
        <dsp:cNvSpPr/>
      </dsp:nvSpPr>
      <dsp:spPr>
        <a:xfrm>
          <a:off x="1057183" y="3434221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Handles both hierarchical and relational data efficiently.</a:t>
          </a:r>
        </a:p>
      </dsp:txBody>
      <dsp:txXfrm>
        <a:off x="1057183" y="3434221"/>
        <a:ext cx="100680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C5345-8E49-4992-A523-DD63A5E09985}">
      <dsp:nvSpPr>
        <dsp:cNvPr id="0" name=""/>
        <dsp:cNvSpPr/>
      </dsp:nvSpPr>
      <dsp:spPr>
        <a:xfrm>
          <a:off x="0" y="1805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A275E-E616-410B-B21B-B276D03D248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3A0B7-5C9A-48EB-B4E7-62C872377C0E}">
      <dsp:nvSpPr>
        <dsp:cNvPr id="0" name=""/>
        <dsp:cNvSpPr/>
      </dsp:nvSpPr>
      <dsp:spPr>
        <a:xfrm>
          <a:off x="1057183" y="1805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IMS stands for Information Management System.</a:t>
          </a:r>
        </a:p>
      </dsp:txBody>
      <dsp:txXfrm>
        <a:off x="1057183" y="1805"/>
        <a:ext cx="10068016" cy="915310"/>
      </dsp:txXfrm>
    </dsp:sp>
    <dsp:sp modelId="{FE62A25A-E979-4B0B-A83A-7DFA6A154047}">
      <dsp:nvSpPr>
        <dsp:cNvPr id="0" name=""/>
        <dsp:cNvSpPr/>
      </dsp:nvSpPr>
      <dsp:spPr>
        <a:xfrm>
          <a:off x="0" y="1145944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0E5FC-94D0-4B2D-865F-91941C3CCF56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0C21C-CF7E-4E77-9CB1-C2BECA7B92A0}">
      <dsp:nvSpPr>
        <dsp:cNvPr id="0" name=""/>
        <dsp:cNvSpPr/>
      </dsp:nvSpPr>
      <dsp:spPr>
        <a:xfrm>
          <a:off x="1057183" y="1145944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It’s a database and transaction management system.</a:t>
          </a:r>
        </a:p>
      </dsp:txBody>
      <dsp:txXfrm>
        <a:off x="1057183" y="1145944"/>
        <a:ext cx="10068016" cy="915310"/>
      </dsp:txXfrm>
    </dsp:sp>
    <dsp:sp modelId="{3060AE03-0A73-4451-A174-60AA6C1E4B8D}">
      <dsp:nvSpPr>
        <dsp:cNvPr id="0" name=""/>
        <dsp:cNvSpPr/>
      </dsp:nvSpPr>
      <dsp:spPr>
        <a:xfrm>
          <a:off x="0" y="2290082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74E1D-D4BF-4F31-B086-CD6761C8423B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D1583-1409-48AE-A20E-86F960ABA031}">
      <dsp:nvSpPr>
        <dsp:cNvPr id="0" name=""/>
        <dsp:cNvSpPr/>
      </dsp:nvSpPr>
      <dsp:spPr>
        <a:xfrm>
          <a:off x="1057183" y="2290082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Allows seamless interaction between applications and data.</a:t>
          </a:r>
        </a:p>
      </dsp:txBody>
      <dsp:txXfrm>
        <a:off x="1057183" y="2290082"/>
        <a:ext cx="10068016" cy="915310"/>
      </dsp:txXfrm>
    </dsp:sp>
    <dsp:sp modelId="{4364EB23-A798-40D9-BA3F-9EE0E32B4953}">
      <dsp:nvSpPr>
        <dsp:cNvPr id="0" name=""/>
        <dsp:cNvSpPr/>
      </dsp:nvSpPr>
      <dsp:spPr>
        <a:xfrm>
          <a:off x="0" y="3434221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D038F-9D3B-472D-B4A6-4934F10146A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31E3B-CB0C-41AD-ACFE-6F2FCA8C1DED}">
      <dsp:nvSpPr>
        <dsp:cNvPr id="0" name=""/>
        <dsp:cNvSpPr/>
      </dsp:nvSpPr>
      <dsp:spPr>
        <a:xfrm>
          <a:off x="1057183" y="3434221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Components: IMS Database (DL/I) and IMS Transaction Manager (TM).</a:t>
          </a:r>
        </a:p>
      </dsp:txBody>
      <dsp:txXfrm>
        <a:off x="1057183" y="3434221"/>
        <a:ext cx="10068016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9A03D-37B4-40BD-9A12-6499894AF244}">
      <dsp:nvSpPr>
        <dsp:cNvPr id="0" name=""/>
        <dsp:cNvSpPr/>
      </dsp:nvSpPr>
      <dsp:spPr>
        <a:xfrm>
          <a:off x="0" y="1805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C6286-C635-4824-B3AA-C7AFE938013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FC007-A6DE-4C33-99AE-4C1DB04B1198}">
      <dsp:nvSpPr>
        <dsp:cNvPr id="0" name=""/>
        <dsp:cNvSpPr/>
      </dsp:nvSpPr>
      <dsp:spPr>
        <a:xfrm>
          <a:off x="1057183" y="1805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1: Requirement analysis and data structuring.</a:t>
          </a:r>
        </a:p>
      </dsp:txBody>
      <dsp:txXfrm>
        <a:off x="1057183" y="1805"/>
        <a:ext cx="10068016" cy="915310"/>
      </dsp:txXfrm>
    </dsp:sp>
    <dsp:sp modelId="{775F83C4-77AE-4195-986D-E1E21C5A2926}">
      <dsp:nvSpPr>
        <dsp:cNvPr id="0" name=""/>
        <dsp:cNvSpPr/>
      </dsp:nvSpPr>
      <dsp:spPr>
        <a:xfrm>
          <a:off x="0" y="1145944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67499-4BAA-4291-90C1-5938918EF0A7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EB36A-4D12-4C3F-9347-C3497AC070AC}">
      <dsp:nvSpPr>
        <dsp:cNvPr id="0" name=""/>
        <dsp:cNvSpPr/>
      </dsp:nvSpPr>
      <dsp:spPr>
        <a:xfrm>
          <a:off x="1057183" y="1145944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2: Integration with existing business applications.</a:t>
          </a:r>
        </a:p>
      </dsp:txBody>
      <dsp:txXfrm>
        <a:off x="1057183" y="1145944"/>
        <a:ext cx="10068016" cy="915310"/>
      </dsp:txXfrm>
    </dsp:sp>
    <dsp:sp modelId="{C7A24976-DA3A-4301-B5B1-E7557E8157BE}">
      <dsp:nvSpPr>
        <dsp:cNvPr id="0" name=""/>
        <dsp:cNvSpPr/>
      </dsp:nvSpPr>
      <dsp:spPr>
        <a:xfrm>
          <a:off x="0" y="2290082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82958-B3DE-4851-80D3-8350AC937FA2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83C6-F41A-4231-B177-2B8C3F43095E}">
      <dsp:nvSpPr>
        <dsp:cNvPr id="0" name=""/>
        <dsp:cNvSpPr/>
      </dsp:nvSpPr>
      <dsp:spPr>
        <a:xfrm>
          <a:off x="1057183" y="2290082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3: Training teams to manage transactions and data.</a:t>
          </a:r>
        </a:p>
      </dsp:txBody>
      <dsp:txXfrm>
        <a:off x="1057183" y="2290082"/>
        <a:ext cx="10068016" cy="915310"/>
      </dsp:txXfrm>
    </dsp:sp>
    <dsp:sp modelId="{E6DAC40C-E0E3-4A72-981C-DB452405D9E0}">
      <dsp:nvSpPr>
        <dsp:cNvPr id="0" name=""/>
        <dsp:cNvSpPr/>
      </dsp:nvSpPr>
      <dsp:spPr>
        <a:xfrm>
          <a:off x="0" y="3434221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4AF39-FF14-4795-A232-481C0156AFB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B97CD-84FC-48C5-A324-715E1965322F}">
      <dsp:nvSpPr>
        <dsp:cNvPr id="0" name=""/>
        <dsp:cNvSpPr/>
      </dsp:nvSpPr>
      <dsp:spPr>
        <a:xfrm>
          <a:off x="1057183" y="3434221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Banking sector uses IMS for account data and ATM transactions.</a:t>
          </a:r>
        </a:p>
      </dsp:txBody>
      <dsp:txXfrm>
        <a:off x="1057183" y="3434221"/>
        <a:ext cx="10068016" cy="915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579F8-A8D5-4573-93AB-AC81A5F7E290}">
      <dsp:nvSpPr>
        <dsp:cNvPr id="0" name=""/>
        <dsp:cNvSpPr/>
      </dsp:nvSpPr>
      <dsp:spPr>
        <a:xfrm>
          <a:off x="0" y="1805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1B2F3-C310-4653-BCCA-34B0EEB06619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2CCC3-E921-4642-97F9-FEEF53023FF1}">
      <dsp:nvSpPr>
        <dsp:cNvPr id="0" name=""/>
        <dsp:cNvSpPr/>
      </dsp:nvSpPr>
      <dsp:spPr>
        <a:xfrm>
          <a:off x="1057183" y="1805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Centralized data control and faster access.</a:t>
          </a:r>
        </a:p>
      </dsp:txBody>
      <dsp:txXfrm>
        <a:off x="1057183" y="1805"/>
        <a:ext cx="10068016" cy="915310"/>
      </dsp:txXfrm>
    </dsp:sp>
    <dsp:sp modelId="{8DCAAF74-B2DA-4C01-B56D-E5CC36BBFA8F}">
      <dsp:nvSpPr>
        <dsp:cNvPr id="0" name=""/>
        <dsp:cNvSpPr/>
      </dsp:nvSpPr>
      <dsp:spPr>
        <a:xfrm>
          <a:off x="0" y="1145944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F0AAA-9357-4384-9AE6-6337F5CCECA8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18C29-1046-4605-A377-C8F34EDCAFD6}">
      <dsp:nvSpPr>
        <dsp:cNvPr id="0" name=""/>
        <dsp:cNvSpPr/>
      </dsp:nvSpPr>
      <dsp:spPr>
        <a:xfrm>
          <a:off x="1057183" y="1145944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Ensures reliability, scalability, and security.</a:t>
          </a:r>
        </a:p>
      </dsp:txBody>
      <dsp:txXfrm>
        <a:off x="1057183" y="1145944"/>
        <a:ext cx="10068016" cy="915310"/>
      </dsp:txXfrm>
    </dsp:sp>
    <dsp:sp modelId="{196BC5B5-9F18-47CB-AC37-6FADCC90AC3C}">
      <dsp:nvSpPr>
        <dsp:cNvPr id="0" name=""/>
        <dsp:cNvSpPr/>
      </dsp:nvSpPr>
      <dsp:spPr>
        <a:xfrm>
          <a:off x="0" y="2290082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93355-6ED1-47DE-BF93-5AEA4F35EA52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535A2-891A-42C7-8D67-B7C04C99B337}">
      <dsp:nvSpPr>
        <dsp:cNvPr id="0" name=""/>
        <dsp:cNvSpPr/>
      </dsp:nvSpPr>
      <dsp:spPr>
        <a:xfrm>
          <a:off x="1057183" y="2290082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business intelligence and analytics.</a:t>
          </a:r>
        </a:p>
      </dsp:txBody>
      <dsp:txXfrm>
        <a:off x="1057183" y="2290082"/>
        <a:ext cx="10068016" cy="915310"/>
      </dsp:txXfrm>
    </dsp:sp>
    <dsp:sp modelId="{AAEFDB8E-2DA5-43EF-9B4F-8C5657072693}">
      <dsp:nvSpPr>
        <dsp:cNvPr id="0" name=""/>
        <dsp:cNvSpPr/>
      </dsp:nvSpPr>
      <dsp:spPr>
        <a:xfrm>
          <a:off x="0" y="3434221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A82F96-F147-4AA0-9EA7-E0819ECC3F1F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C1CA4-5A3D-448D-A911-918225E6D137}">
      <dsp:nvSpPr>
        <dsp:cNvPr id="0" name=""/>
        <dsp:cNvSpPr/>
      </dsp:nvSpPr>
      <dsp:spPr>
        <a:xfrm>
          <a:off x="1057183" y="3434221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Improves productivity by automating record management.</a:t>
          </a:r>
        </a:p>
      </dsp:txBody>
      <dsp:txXfrm>
        <a:off x="1057183" y="3434221"/>
        <a:ext cx="10068016" cy="915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000DA-F779-4B21-9923-44B5CE00FE6D}">
      <dsp:nvSpPr>
        <dsp:cNvPr id="0" name=""/>
        <dsp:cNvSpPr/>
      </dsp:nvSpPr>
      <dsp:spPr>
        <a:xfrm>
          <a:off x="0" y="1805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D54A1-7379-43F2-9D23-2C3D926035AC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2ECB6-7D7F-40DB-B8E4-89F0897870AE}">
      <dsp:nvSpPr>
        <dsp:cNvPr id="0" name=""/>
        <dsp:cNvSpPr/>
      </dsp:nvSpPr>
      <dsp:spPr>
        <a:xfrm>
          <a:off x="1057183" y="1805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becomes disorganized and duplicated.</a:t>
          </a:r>
        </a:p>
      </dsp:txBody>
      <dsp:txXfrm>
        <a:off x="1057183" y="1805"/>
        <a:ext cx="10068016" cy="915310"/>
      </dsp:txXfrm>
    </dsp:sp>
    <dsp:sp modelId="{2EC93C9D-7F50-478F-B48D-6899E287BFE4}">
      <dsp:nvSpPr>
        <dsp:cNvPr id="0" name=""/>
        <dsp:cNvSpPr/>
      </dsp:nvSpPr>
      <dsp:spPr>
        <a:xfrm>
          <a:off x="0" y="1145944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37A7D-E339-45D8-BF4C-7AEDCFF5D93B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A9EB4-CB67-4F8D-92DB-90254F59CBA6}">
      <dsp:nvSpPr>
        <dsp:cNvPr id="0" name=""/>
        <dsp:cNvSpPr/>
      </dsp:nvSpPr>
      <dsp:spPr>
        <a:xfrm>
          <a:off x="1057183" y="1145944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Difficulty in maintaining consistency and data integrity.</a:t>
          </a:r>
        </a:p>
      </dsp:txBody>
      <dsp:txXfrm>
        <a:off x="1057183" y="1145944"/>
        <a:ext cx="10068016" cy="915310"/>
      </dsp:txXfrm>
    </dsp:sp>
    <dsp:sp modelId="{C51EA30C-7BDA-4EF3-87E9-A0E0983B9977}">
      <dsp:nvSpPr>
        <dsp:cNvPr id="0" name=""/>
        <dsp:cNvSpPr/>
      </dsp:nvSpPr>
      <dsp:spPr>
        <a:xfrm>
          <a:off x="0" y="2290082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6B94A-CCE4-423D-A08C-50C54E70C1E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6A14A-6D11-4204-BDCC-235D5DEC1030}">
      <dsp:nvSpPr>
        <dsp:cNvPr id="0" name=""/>
        <dsp:cNvSpPr/>
      </dsp:nvSpPr>
      <dsp:spPr>
        <a:xfrm>
          <a:off x="1057183" y="2290082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Decision-making slows down.</a:t>
          </a:r>
        </a:p>
      </dsp:txBody>
      <dsp:txXfrm>
        <a:off x="1057183" y="2290082"/>
        <a:ext cx="10068016" cy="915310"/>
      </dsp:txXfrm>
    </dsp:sp>
    <dsp:sp modelId="{4B7407AF-9B1F-41E4-A0A0-FC5F7453A6E6}">
      <dsp:nvSpPr>
        <dsp:cNvPr id="0" name=""/>
        <dsp:cNvSpPr/>
      </dsp:nvSpPr>
      <dsp:spPr>
        <a:xfrm>
          <a:off x="0" y="3434221"/>
          <a:ext cx="111252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9239A-5E30-4E74-9020-9DBCDF84F38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77C79-CAC8-447C-BDEA-337703FE4E07}">
      <dsp:nvSpPr>
        <dsp:cNvPr id="0" name=""/>
        <dsp:cNvSpPr/>
      </dsp:nvSpPr>
      <dsp:spPr>
        <a:xfrm>
          <a:off x="1057183" y="3434221"/>
          <a:ext cx="100680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Increased risk of data breaches and operational inefficiency.</a:t>
          </a:r>
        </a:p>
      </dsp:txBody>
      <dsp:txXfrm>
        <a:off x="1057183" y="3434221"/>
        <a:ext cx="10068016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5D6B4-4D16-4CE7-8E4B-A02159A7A89E}">
      <dsp:nvSpPr>
        <dsp:cNvPr id="0" name=""/>
        <dsp:cNvSpPr/>
      </dsp:nvSpPr>
      <dsp:spPr>
        <a:xfrm>
          <a:off x="0" y="554679"/>
          <a:ext cx="1112520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Achieved through Active Directory (AD) or LDAP.</a:t>
          </a:r>
        </a:p>
      </dsp:txBody>
      <dsp:txXfrm>
        <a:off x="36296" y="590975"/>
        <a:ext cx="11052608" cy="670943"/>
      </dsp:txXfrm>
    </dsp:sp>
    <dsp:sp modelId="{BABBAE9A-A907-49A4-B074-CDB3F9B5133E}">
      <dsp:nvSpPr>
        <dsp:cNvPr id="0" name=""/>
        <dsp:cNvSpPr/>
      </dsp:nvSpPr>
      <dsp:spPr>
        <a:xfrm>
          <a:off x="0" y="1387494"/>
          <a:ext cx="1112520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Single Sign-On (SSO) allows one login for multiple systems.</a:t>
          </a:r>
        </a:p>
      </dsp:txBody>
      <dsp:txXfrm>
        <a:off x="36296" y="1423790"/>
        <a:ext cx="11052608" cy="670943"/>
      </dsp:txXfrm>
    </dsp:sp>
    <dsp:sp modelId="{F71364CF-4249-4DDF-ACBC-DDBE833F5662}">
      <dsp:nvSpPr>
        <dsp:cNvPr id="0" name=""/>
        <dsp:cNvSpPr/>
      </dsp:nvSpPr>
      <dsp:spPr>
        <a:xfrm>
          <a:off x="0" y="2220309"/>
          <a:ext cx="1112520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Multi-Factor Authentication (MFA) enhances security.</a:t>
          </a:r>
        </a:p>
      </dsp:txBody>
      <dsp:txXfrm>
        <a:off x="36296" y="2256605"/>
        <a:ext cx="11052608" cy="670943"/>
      </dsp:txXfrm>
    </dsp:sp>
    <dsp:sp modelId="{048AD359-5D6D-43ED-ACE1-E1BD5307CAA6}">
      <dsp:nvSpPr>
        <dsp:cNvPr id="0" name=""/>
        <dsp:cNvSpPr/>
      </dsp:nvSpPr>
      <dsp:spPr>
        <a:xfrm>
          <a:off x="0" y="3053124"/>
          <a:ext cx="1112520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Role-Based Access Control (RBAC) ensures only authorized access.</a:t>
          </a:r>
        </a:p>
      </dsp:txBody>
      <dsp:txXfrm>
        <a:off x="36296" y="3089420"/>
        <a:ext cx="11052608" cy="6709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1AAED-33F8-45A1-B1A1-53E40000BAE9}">
      <dsp:nvSpPr>
        <dsp:cNvPr id="0" name=""/>
        <dsp:cNvSpPr/>
      </dsp:nvSpPr>
      <dsp:spPr>
        <a:xfrm>
          <a:off x="0" y="0"/>
          <a:ext cx="89001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Hybrid infrastructure = On-premise servers + Cloud resources.</a:t>
          </a:r>
          <a:endParaRPr lang="en-US" sz="2500" kern="1200"/>
        </a:p>
      </dsp:txBody>
      <dsp:txXfrm>
        <a:off x="28038" y="28038"/>
        <a:ext cx="7786273" cy="901218"/>
      </dsp:txXfrm>
    </dsp:sp>
    <dsp:sp modelId="{783CC7F1-E134-4C43-B773-22B682878ADD}">
      <dsp:nvSpPr>
        <dsp:cNvPr id="0" name=""/>
        <dsp:cNvSpPr/>
      </dsp:nvSpPr>
      <dsp:spPr>
        <a:xfrm>
          <a:off x="745388" y="1131347"/>
          <a:ext cx="89001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Data sync via APIs, VPNs, and Azure Arc.</a:t>
          </a:r>
          <a:endParaRPr lang="en-US" sz="2500" kern="1200"/>
        </a:p>
      </dsp:txBody>
      <dsp:txXfrm>
        <a:off x="773426" y="1159385"/>
        <a:ext cx="7476454" cy="901218"/>
      </dsp:txXfrm>
    </dsp:sp>
    <dsp:sp modelId="{F3DD7639-14CA-4CC2-8D5E-400DC48E8D51}">
      <dsp:nvSpPr>
        <dsp:cNvPr id="0" name=""/>
        <dsp:cNvSpPr/>
      </dsp:nvSpPr>
      <dsp:spPr>
        <a:xfrm>
          <a:off x="1479651" y="2262695"/>
          <a:ext cx="89001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Benefits: Scalability, backup reliability, cost optimization.</a:t>
          </a:r>
          <a:endParaRPr lang="en-US" sz="2500" kern="1200"/>
        </a:p>
      </dsp:txBody>
      <dsp:txXfrm>
        <a:off x="1507689" y="2290733"/>
        <a:ext cx="7487579" cy="901218"/>
      </dsp:txXfrm>
    </dsp:sp>
    <dsp:sp modelId="{D1B85CE8-66BA-4A00-9331-78B732F765F8}">
      <dsp:nvSpPr>
        <dsp:cNvPr id="0" name=""/>
        <dsp:cNvSpPr/>
      </dsp:nvSpPr>
      <dsp:spPr>
        <a:xfrm>
          <a:off x="2225040" y="3394043"/>
          <a:ext cx="89001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Example: Microsoft 365 hybrid setup with local AD.</a:t>
          </a:r>
          <a:endParaRPr lang="en-US" sz="2500" kern="1200"/>
        </a:p>
      </dsp:txBody>
      <dsp:txXfrm>
        <a:off x="2253078" y="3422081"/>
        <a:ext cx="7476454" cy="901218"/>
      </dsp:txXfrm>
    </dsp:sp>
    <dsp:sp modelId="{96533589-23FF-4EE0-9AAD-E40E6A5D7A6E}">
      <dsp:nvSpPr>
        <dsp:cNvPr id="0" name=""/>
        <dsp:cNvSpPr/>
      </dsp:nvSpPr>
      <dsp:spPr>
        <a:xfrm>
          <a:off x="82779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417922" y="733200"/>
        <a:ext cx="342233" cy="468236"/>
      </dsp:txXfrm>
    </dsp:sp>
    <dsp:sp modelId="{ABEFB93F-6BA5-412F-A88E-DBBE80E43299}">
      <dsp:nvSpPr>
        <dsp:cNvPr id="0" name=""/>
        <dsp:cNvSpPr/>
      </dsp:nvSpPr>
      <dsp:spPr>
        <a:xfrm>
          <a:off x="902330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163311" y="1864548"/>
        <a:ext cx="342233" cy="468236"/>
      </dsp:txXfrm>
    </dsp:sp>
    <dsp:sp modelId="{AB204D7A-A0D6-451B-99FA-7BC51445916B}">
      <dsp:nvSpPr>
        <dsp:cNvPr id="0" name=""/>
        <dsp:cNvSpPr/>
      </dsp:nvSpPr>
      <dsp:spPr>
        <a:xfrm>
          <a:off x="9757570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897574" y="2995896"/>
        <a:ext cx="342233" cy="4682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0C69C-E328-4935-8044-30435C06F20C}">
      <dsp:nvSpPr>
        <dsp:cNvPr id="0" name=""/>
        <dsp:cNvSpPr/>
      </dsp:nvSpPr>
      <dsp:spPr>
        <a:xfrm>
          <a:off x="0" y="53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C9D20-73A1-4B96-B687-699202B24D9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ACA12-E322-4FC5-8728-B5603DBAED44}">
      <dsp:nvSpPr>
        <dsp:cNvPr id="0" name=""/>
        <dsp:cNvSpPr/>
      </dsp:nvSpPr>
      <dsp:spPr>
        <a:xfrm>
          <a:off x="1435590" y="531"/>
          <a:ext cx="500634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SaaS (Software as a Service):</a:t>
          </a:r>
          <a:endParaRPr lang="en-US" sz="2500" kern="1200"/>
        </a:p>
      </dsp:txBody>
      <dsp:txXfrm>
        <a:off x="1435590" y="531"/>
        <a:ext cx="5006340" cy="1242935"/>
      </dsp:txXfrm>
    </dsp:sp>
    <dsp:sp modelId="{0F85C5C6-A300-4287-94DB-99B9396558E6}">
      <dsp:nvSpPr>
        <dsp:cNvPr id="0" name=""/>
        <dsp:cNvSpPr/>
      </dsp:nvSpPr>
      <dsp:spPr>
        <a:xfrm>
          <a:off x="6441930" y="531"/>
          <a:ext cx="468326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Ready-to-use cloud applications.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Example: Microsoft 365, Salesforce.</a:t>
          </a:r>
          <a:endParaRPr lang="en-US" sz="1800" kern="1200"/>
        </a:p>
      </dsp:txBody>
      <dsp:txXfrm>
        <a:off x="6441930" y="531"/>
        <a:ext cx="4683269" cy="1242935"/>
      </dsp:txXfrm>
    </dsp:sp>
    <dsp:sp modelId="{BF4D9019-28DE-454C-961D-B333C18A5B6E}">
      <dsp:nvSpPr>
        <dsp:cNvPr id="0" name=""/>
        <dsp:cNvSpPr/>
      </dsp:nvSpPr>
      <dsp:spPr>
        <a:xfrm>
          <a:off x="0" y="155420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EA1C3-EB06-492B-B9A3-0586E85AD80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13AF4-A5E0-46D5-8BA2-EBB68C3C4CEF}">
      <dsp:nvSpPr>
        <dsp:cNvPr id="0" name=""/>
        <dsp:cNvSpPr/>
      </dsp:nvSpPr>
      <dsp:spPr>
        <a:xfrm>
          <a:off x="1435590" y="1554201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Key Differences Table (IaaS vs PaaS vs SaaS).</a:t>
          </a:r>
          <a:endParaRPr lang="en-US" sz="2500" kern="1200"/>
        </a:p>
      </dsp:txBody>
      <dsp:txXfrm>
        <a:off x="1435590" y="1554201"/>
        <a:ext cx="9689609" cy="1242935"/>
      </dsp:txXfrm>
    </dsp:sp>
    <dsp:sp modelId="{543EBBC2-937F-49EE-84AC-9F0C7DABA0A0}">
      <dsp:nvSpPr>
        <dsp:cNvPr id="0" name=""/>
        <dsp:cNvSpPr/>
      </dsp:nvSpPr>
      <dsp:spPr>
        <a:xfrm>
          <a:off x="0" y="3107870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F26B8-3FF0-4711-B697-39616325EEC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B67A5-0B64-4ED7-A364-DE55D4E316AD}">
      <dsp:nvSpPr>
        <dsp:cNvPr id="0" name=""/>
        <dsp:cNvSpPr/>
      </dsp:nvSpPr>
      <dsp:spPr>
        <a:xfrm>
          <a:off x="1435590" y="3107870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Benefits: Reduced cost, flexibility, automatic updates.</a:t>
          </a:r>
          <a:endParaRPr lang="en-US" sz="2500" kern="1200"/>
        </a:p>
      </dsp:txBody>
      <dsp:txXfrm>
        <a:off x="1435590" y="3107870"/>
        <a:ext cx="9689609" cy="12429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1128F-F1B9-40DE-8AD4-05FEB1F53490}">
      <dsp:nvSpPr>
        <dsp:cNvPr id="0" name=""/>
        <dsp:cNvSpPr/>
      </dsp:nvSpPr>
      <dsp:spPr>
        <a:xfrm>
          <a:off x="0" y="53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5265E-5172-418D-A3C9-3143E937E8F7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7AFF0-FC21-420F-8CC1-99452F2C0DAC}">
      <dsp:nvSpPr>
        <dsp:cNvPr id="0" name=""/>
        <dsp:cNvSpPr/>
      </dsp:nvSpPr>
      <dsp:spPr>
        <a:xfrm>
          <a:off x="1435590" y="531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HTTP/HTTPS: Web communication; HTTPS uses SSL/TLS for encryption.</a:t>
          </a:r>
          <a:endParaRPr lang="en-US" sz="2500" kern="1200"/>
        </a:p>
      </dsp:txBody>
      <dsp:txXfrm>
        <a:off x="1435590" y="531"/>
        <a:ext cx="9689609" cy="1242935"/>
      </dsp:txXfrm>
    </dsp:sp>
    <dsp:sp modelId="{8029C79D-36FB-4DCE-99D8-86076B4A6EB9}">
      <dsp:nvSpPr>
        <dsp:cNvPr id="0" name=""/>
        <dsp:cNvSpPr/>
      </dsp:nvSpPr>
      <dsp:spPr>
        <a:xfrm>
          <a:off x="0" y="155420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46AE68-0CC5-4574-B6F6-18525C051E9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BCB0C-9E7F-4E56-8342-C926E864C2EB}">
      <dsp:nvSpPr>
        <dsp:cNvPr id="0" name=""/>
        <dsp:cNvSpPr/>
      </dsp:nvSpPr>
      <dsp:spPr>
        <a:xfrm>
          <a:off x="1435590" y="1554201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TCP/UDP: Transmission protocols; TCP reliable, UDP faster.</a:t>
          </a:r>
          <a:endParaRPr lang="en-US" sz="2500" kern="1200"/>
        </a:p>
      </dsp:txBody>
      <dsp:txXfrm>
        <a:off x="1435590" y="1554201"/>
        <a:ext cx="9689609" cy="1242935"/>
      </dsp:txXfrm>
    </dsp:sp>
    <dsp:sp modelId="{F5684637-B3FB-49EE-B491-8BE73F0A1F0B}">
      <dsp:nvSpPr>
        <dsp:cNvPr id="0" name=""/>
        <dsp:cNvSpPr/>
      </dsp:nvSpPr>
      <dsp:spPr>
        <a:xfrm>
          <a:off x="0" y="3107870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13726-649A-4BEF-87A2-8304ED7A197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F47AE-5066-457B-A1E6-8EDBB323A615}">
      <dsp:nvSpPr>
        <dsp:cNvPr id="0" name=""/>
        <dsp:cNvSpPr/>
      </dsp:nvSpPr>
      <dsp:spPr>
        <a:xfrm>
          <a:off x="1435590" y="3107870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IP: Defines addressing and routing across networks.</a:t>
          </a:r>
          <a:endParaRPr lang="en-US" sz="2500" kern="1200"/>
        </a:p>
      </dsp:txBody>
      <dsp:txXfrm>
        <a:off x="1435590" y="3107870"/>
        <a:ext cx="9689609" cy="12429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8BDB4-2D5B-4F58-BCE5-42485311935E}">
      <dsp:nvSpPr>
        <dsp:cNvPr id="0" name=""/>
        <dsp:cNvSpPr/>
      </dsp:nvSpPr>
      <dsp:spPr>
        <a:xfrm>
          <a:off x="0" y="53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4539B-4D5A-45C5-95EC-ABFE344A3BFA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1C20F-674A-4816-B2A9-7DF452662724}">
      <dsp:nvSpPr>
        <dsp:cNvPr id="0" name=""/>
        <dsp:cNvSpPr/>
      </dsp:nvSpPr>
      <dsp:spPr>
        <a:xfrm>
          <a:off x="1435590" y="531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ICMP: Used for diagnostics (ping, traceroute).</a:t>
          </a:r>
        </a:p>
      </dsp:txBody>
      <dsp:txXfrm>
        <a:off x="1435590" y="531"/>
        <a:ext cx="9689609" cy="1242935"/>
      </dsp:txXfrm>
    </dsp:sp>
    <dsp:sp modelId="{33C92154-191E-4516-B656-FA8FC34B733A}">
      <dsp:nvSpPr>
        <dsp:cNvPr id="0" name=""/>
        <dsp:cNvSpPr/>
      </dsp:nvSpPr>
      <dsp:spPr>
        <a:xfrm>
          <a:off x="0" y="1554201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65C81-A7D7-4CB3-A307-FB104420EDB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0824C-6EB5-4A0D-8A86-ADAB5EEC3261}">
      <dsp:nvSpPr>
        <dsp:cNvPr id="0" name=""/>
        <dsp:cNvSpPr/>
      </dsp:nvSpPr>
      <dsp:spPr>
        <a:xfrm>
          <a:off x="1435590" y="1554201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LDAP: Directory access and authentication.</a:t>
          </a:r>
        </a:p>
      </dsp:txBody>
      <dsp:txXfrm>
        <a:off x="1435590" y="1554201"/>
        <a:ext cx="9689609" cy="1242935"/>
      </dsp:txXfrm>
    </dsp:sp>
    <dsp:sp modelId="{4FC05310-EA4B-4FE7-B2FC-7A8B990280E3}">
      <dsp:nvSpPr>
        <dsp:cNvPr id="0" name=""/>
        <dsp:cNvSpPr/>
      </dsp:nvSpPr>
      <dsp:spPr>
        <a:xfrm>
          <a:off x="0" y="3107870"/>
          <a:ext cx="111252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8FFA4-95D0-4D81-8A1C-615A92B4102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B908C-B1E9-452D-BA95-18F9976EB3D6}">
      <dsp:nvSpPr>
        <dsp:cNvPr id="0" name=""/>
        <dsp:cNvSpPr/>
      </dsp:nvSpPr>
      <dsp:spPr>
        <a:xfrm>
          <a:off x="1435590" y="3107870"/>
          <a:ext cx="96896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QUIC: New protocol combining reliability and speed (used by Google).</a:t>
          </a:r>
        </a:p>
      </dsp:txBody>
      <dsp:txXfrm>
        <a:off x="1435590" y="3107870"/>
        <a:ext cx="9689609" cy="12429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AB2D7-3E40-4942-ADF1-0C59036E0CF3}">
      <dsp:nvSpPr>
        <dsp:cNvPr id="0" name=""/>
        <dsp:cNvSpPr/>
      </dsp:nvSpPr>
      <dsp:spPr>
        <a:xfrm>
          <a:off x="0" y="3399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212F4-B13C-4F55-925E-5F7B91AD1BB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70756-8ACD-4323-9780-FF008A79296E}">
      <dsp:nvSpPr>
        <dsp:cNvPr id="0" name=""/>
        <dsp:cNvSpPr/>
      </dsp:nvSpPr>
      <dsp:spPr>
        <a:xfrm>
          <a:off x="836323" y="3399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Authentication</a:t>
          </a:r>
        </a:p>
      </dsp:txBody>
      <dsp:txXfrm>
        <a:off x="836323" y="3399"/>
        <a:ext cx="10288876" cy="724089"/>
      </dsp:txXfrm>
    </dsp:sp>
    <dsp:sp modelId="{6EC14DC7-421F-494E-8096-39BEE0F33899}">
      <dsp:nvSpPr>
        <dsp:cNvPr id="0" name=""/>
        <dsp:cNvSpPr/>
      </dsp:nvSpPr>
      <dsp:spPr>
        <a:xfrm>
          <a:off x="0" y="908511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198D2-889D-4244-9927-C214BC8D137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D733C-4FD7-4F5F-AC9B-2631B0B235EF}">
      <dsp:nvSpPr>
        <dsp:cNvPr id="0" name=""/>
        <dsp:cNvSpPr/>
      </dsp:nvSpPr>
      <dsp:spPr>
        <a:xfrm>
          <a:off x="836323" y="908511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Access Control Lists (ACLs)</a:t>
          </a:r>
        </a:p>
      </dsp:txBody>
      <dsp:txXfrm>
        <a:off x="836323" y="908511"/>
        <a:ext cx="10288876" cy="724089"/>
      </dsp:txXfrm>
    </dsp:sp>
    <dsp:sp modelId="{F842C2AB-2200-42DC-B038-B1A2F6944E17}">
      <dsp:nvSpPr>
        <dsp:cNvPr id="0" name=""/>
        <dsp:cNvSpPr/>
      </dsp:nvSpPr>
      <dsp:spPr>
        <a:xfrm>
          <a:off x="0" y="1813624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AEFC3-344B-4706-9069-29F6D560964C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66F5E-1A79-4F30-B3D5-62B61A81AEFF}">
      <dsp:nvSpPr>
        <dsp:cNvPr id="0" name=""/>
        <dsp:cNvSpPr/>
      </dsp:nvSpPr>
      <dsp:spPr>
        <a:xfrm>
          <a:off x="836323" y="1813624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File System Encryption</a:t>
          </a:r>
        </a:p>
      </dsp:txBody>
      <dsp:txXfrm>
        <a:off x="836323" y="1813624"/>
        <a:ext cx="10288876" cy="724089"/>
      </dsp:txXfrm>
    </dsp:sp>
    <dsp:sp modelId="{7458909A-6E7B-4D18-A32F-49867CB6CDAC}">
      <dsp:nvSpPr>
        <dsp:cNvPr id="0" name=""/>
        <dsp:cNvSpPr/>
      </dsp:nvSpPr>
      <dsp:spPr>
        <a:xfrm>
          <a:off x="0" y="2718736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11393-59E1-4E02-AD48-C04A4FDC743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773EF-A79A-44C7-BA91-EA1F9E4F7E62}">
      <dsp:nvSpPr>
        <dsp:cNvPr id="0" name=""/>
        <dsp:cNvSpPr/>
      </dsp:nvSpPr>
      <dsp:spPr>
        <a:xfrm>
          <a:off x="836323" y="2718736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Firewalls &amp; Intrusion Detection</a:t>
          </a:r>
        </a:p>
      </dsp:txBody>
      <dsp:txXfrm>
        <a:off x="836323" y="2718736"/>
        <a:ext cx="10288876" cy="724089"/>
      </dsp:txXfrm>
    </dsp:sp>
    <dsp:sp modelId="{C90DBE1A-CF2D-4531-82C3-B043C3606EC2}">
      <dsp:nvSpPr>
        <dsp:cNvPr id="0" name=""/>
        <dsp:cNvSpPr/>
      </dsp:nvSpPr>
      <dsp:spPr>
        <a:xfrm>
          <a:off x="0" y="3623848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96A61-40F4-49F6-889F-97B36AD33FDB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DFB9D-BB6E-4F50-B408-6BD21DFCFFDB}">
      <dsp:nvSpPr>
        <dsp:cNvPr id="0" name=""/>
        <dsp:cNvSpPr/>
      </dsp:nvSpPr>
      <dsp:spPr>
        <a:xfrm>
          <a:off x="836323" y="3623848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Boot &amp; Kernel Protection</a:t>
          </a:r>
        </a:p>
      </dsp:txBody>
      <dsp:txXfrm>
        <a:off x="836323" y="3623848"/>
        <a:ext cx="10288876" cy="7240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E392D-3BE6-473C-9994-C2B4656190E4}">
      <dsp:nvSpPr>
        <dsp:cNvPr id="0" name=""/>
        <dsp:cNvSpPr/>
      </dsp:nvSpPr>
      <dsp:spPr>
        <a:xfrm>
          <a:off x="0" y="3399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9330E-4CC3-4E21-B36A-49255F63BCF8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3F5A6-6B30-4C55-830F-FE5B0F621FB9}">
      <dsp:nvSpPr>
        <dsp:cNvPr id="0" name=""/>
        <dsp:cNvSpPr/>
      </dsp:nvSpPr>
      <dsp:spPr>
        <a:xfrm>
          <a:off x="836323" y="3399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Sandboxing &amp; Process Isolation</a:t>
          </a:r>
        </a:p>
      </dsp:txBody>
      <dsp:txXfrm>
        <a:off x="836323" y="3399"/>
        <a:ext cx="10288876" cy="724089"/>
      </dsp:txXfrm>
    </dsp:sp>
    <dsp:sp modelId="{44F68157-E874-4FDB-8423-F77DBDF37A19}">
      <dsp:nvSpPr>
        <dsp:cNvPr id="0" name=""/>
        <dsp:cNvSpPr/>
      </dsp:nvSpPr>
      <dsp:spPr>
        <a:xfrm>
          <a:off x="0" y="908511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254C8-52A9-4DDC-A756-58B7C78DFA5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D1C60-2748-4D19-8A8B-55F4F7056A7D}">
      <dsp:nvSpPr>
        <dsp:cNvPr id="0" name=""/>
        <dsp:cNvSpPr/>
      </dsp:nvSpPr>
      <dsp:spPr>
        <a:xfrm>
          <a:off x="836323" y="908511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Patch Management</a:t>
          </a:r>
        </a:p>
      </dsp:txBody>
      <dsp:txXfrm>
        <a:off x="836323" y="908511"/>
        <a:ext cx="10288876" cy="724089"/>
      </dsp:txXfrm>
    </dsp:sp>
    <dsp:sp modelId="{452070B3-E2A8-45EE-A22B-DE910B65A71E}">
      <dsp:nvSpPr>
        <dsp:cNvPr id="0" name=""/>
        <dsp:cNvSpPr/>
      </dsp:nvSpPr>
      <dsp:spPr>
        <a:xfrm>
          <a:off x="0" y="1813624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D87F1-6ED3-4132-8AB0-B9F678DB2911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7F0C0-983E-4B2D-BF39-B24A9D97C345}">
      <dsp:nvSpPr>
        <dsp:cNvPr id="0" name=""/>
        <dsp:cNvSpPr/>
      </dsp:nvSpPr>
      <dsp:spPr>
        <a:xfrm>
          <a:off x="836323" y="1813624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Malware Protection &amp; Integrity Checking</a:t>
          </a:r>
        </a:p>
      </dsp:txBody>
      <dsp:txXfrm>
        <a:off x="836323" y="1813624"/>
        <a:ext cx="10288876" cy="724089"/>
      </dsp:txXfrm>
    </dsp:sp>
    <dsp:sp modelId="{7D80E581-D73B-41EC-8AB9-46FD8CDE8069}">
      <dsp:nvSpPr>
        <dsp:cNvPr id="0" name=""/>
        <dsp:cNvSpPr/>
      </dsp:nvSpPr>
      <dsp:spPr>
        <a:xfrm>
          <a:off x="0" y="2718736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4A99B-EC3A-47AD-817F-3EFCF2348010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EBC3E-CDB6-4ED4-9062-D26E321D4B39}">
      <dsp:nvSpPr>
        <dsp:cNvPr id="0" name=""/>
        <dsp:cNvSpPr/>
      </dsp:nvSpPr>
      <dsp:spPr>
        <a:xfrm>
          <a:off x="836323" y="2718736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Audit Logs &amp; Security Monitoring</a:t>
          </a:r>
        </a:p>
      </dsp:txBody>
      <dsp:txXfrm>
        <a:off x="836323" y="2718736"/>
        <a:ext cx="10288876" cy="724089"/>
      </dsp:txXfrm>
    </dsp:sp>
    <dsp:sp modelId="{DDBA8266-0945-4A75-B42F-F42F6CCED31A}">
      <dsp:nvSpPr>
        <dsp:cNvPr id="0" name=""/>
        <dsp:cNvSpPr/>
      </dsp:nvSpPr>
      <dsp:spPr>
        <a:xfrm>
          <a:off x="0" y="3623848"/>
          <a:ext cx="111252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D8B07-1184-4CBF-A31B-9B5CB73273B8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F78E3-94FE-4991-84A3-88FEA135B7E4}">
      <dsp:nvSpPr>
        <dsp:cNvPr id="0" name=""/>
        <dsp:cNvSpPr/>
      </dsp:nvSpPr>
      <dsp:spPr>
        <a:xfrm>
          <a:off x="836323" y="3623848"/>
          <a:ext cx="102888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Backup &amp; Recovery Mechanisms</a:t>
          </a:r>
        </a:p>
      </dsp:txBody>
      <dsp:txXfrm>
        <a:off x="836323" y="3623848"/>
        <a:ext cx="102888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390740"/>
            <a:ext cx="8937171" cy="3320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0" dirty="0"/>
              <a:t>May, 2025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Click to edit Master text styles</a:t>
            </a:r>
          </a:p>
          <a:p>
            <a:pPr marL="10287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Second level</a:t>
            </a:r>
          </a:p>
          <a:p>
            <a:pPr marL="154305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 err="1"/>
              <a:t>fsdfdasfdsafasdfsdfa</a:t>
            </a:r>
            <a:endParaRPr lang="en-US" dirty="0"/>
          </a:p>
          <a:p>
            <a:pPr marL="285750" lvl="2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Fifth level</a:t>
            </a: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Frutiger LT Pro 55 Roman" panose="020B0602020204020204"/>
              </a:rPr>
              <a:t>Click to edit </a:t>
            </a:r>
            <a:br>
              <a:rPr lang="en-US" dirty="0">
                <a:latin typeface="Frutiger LT Pro 55 Roman" panose="020B0602020204020204"/>
              </a:rPr>
            </a:br>
            <a:r>
              <a:rPr lang="en-US" dirty="0">
                <a:latin typeface="Frutiger LT Pro 55 Roman" panose="020B0602020204020204"/>
              </a:rPr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788875" y="1595521"/>
            <a:ext cx="9232331" cy="3432302"/>
          </a:xfrm>
        </p:spPr>
        <p:txBody>
          <a:bodyPr/>
          <a:lstStyle/>
          <a:p>
            <a:r>
              <a:rPr lang="en-US" dirty="0"/>
              <a:t>Content title. 1</a:t>
            </a:r>
          </a:p>
          <a:p>
            <a:pPr lvl="2"/>
            <a:r>
              <a:rPr lang="en-US" dirty="0"/>
              <a:t>Sub title 1</a:t>
            </a:r>
          </a:p>
          <a:p>
            <a:pPr lvl="2"/>
            <a:r>
              <a:rPr lang="en-US" dirty="0"/>
              <a:t>Sub title 2</a:t>
            </a:r>
          </a:p>
          <a:p>
            <a:pPr lvl="3"/>
            <a:r>
              <a:rPr lang="en-US" dirty="0"/>
              <a:t>Lorem Ipsum</a:t>
            </a:r>
          </a:p>
          <a:p>
            <a:r>
              <a:rPr lang="en-US" dirty="0"/>
              <a:t>Content title. 1</a:t>
            </a:r>
          </a:p>
          <a:p>
            <a:pPr lvl="2"/>
            <a:r>
              <a:rPr lang="en-US" dirty="0"/>
              <a:t>Sub title 1</a:t>
            </a:r>
          </a:p>
          <a:p>
            <a:pPr lvl="2"/>
            <a:r>
              <a:rPr lang="en-US" dirty="0"/>
              <a:t>Sub title 2</a:t>
            </a:r>
          </a:p>
          <a:p>
            <a:pPr lvl="3"/>
            <a:r>
              <a:rPr lang="en-US" dirty="0"/>
              <a:t>Lorem Ipsum</a:t>
            </a:r>
          </a:p>
          <a:p>
            <a:pPr marL="1314450" lvl="3" indent="0">
              <a:buNone/>
            </a:pP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9165" y="843677"/>
            <a:ext cx="9281523" cy="4349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422D-72DA-1976-8433-1D298470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F8E170-CF8F-EB3A-F182-410A330E5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What is IMS?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9C972784-1042-DE2B-617A-D4DED0630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8845927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716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8979-60AE-AB48-97D3-E49219DF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551171-F3CD-F2A7-B85A-E36CD96A0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What do you mean by IMS?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07A74180-EA27-4883-1F44-3CE2ED28B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4356275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252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94BD-1E3B-3101-2AE0-59AD6167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6C0DBD-1602-DA35-3BB1-7714318BE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How is IMS implemented in organizations?</a:t>
            </a:r>
          </a:p>
          <a:p>
            <a:pPr marL="0" indent="0">
              <a:buNone/>
            </a:pPr>
            <a:endParaRPr lang="en-US" sz="2500" dirty="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4A071159-7D65-1605-D7EB-FD774844E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930869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24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8543-2B82-8C88-BC34-526F6224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EE3268C-31D0-81DE-18D1-42A3FEBC0A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Role of IMS in corporate life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40D5AF18-95B3-F8C3-C09D-E31F807A62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356726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36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23AF-7F00-063C-1B76-C7A562D3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514722-CF66-9D83-0574-BE3430AB34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What if IMS does not exist?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4AEDAE13-28C4-2C2E-1549-265150D5C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661352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75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0F22-E86D-0A83-18B8-4D444282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AE6695-6E64-023B-EA18-74FBDED48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Centralized Management (Authentication &amp; Authorization)</a:t>
            </a:r>
          </a:p>
          <a:p>
            <a:pPr marL="0" indent="0">
              <a:buNone/>
            </a:pPr>
            <a:endParaRPr lang="en-US" sz="2500" dirty="0"/>
          </a:p>
        </p:txBody>
      </p:sp>
      <p:graphicFrame>
        <p:nvGraphicFramePr>
          <p:cNvPr id="18" name="Content Placeholder 7">
            <a:extLst>
              <a:ext uri="{FF2B5EF4-FFF2-40B4-BE49-F238E27FC236}">
                <a16:creationId xmlns:a16="http://schemas.microsoft.com/office/drawing/2014/main" id="{FB64101E-9036-FA66-8254-D4B127471E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7872198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50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6B99-666D-FBCC-C0C8-D62643E3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5C1E00F-DB2B-DFB4-6A50-DF7414CFD1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/>
              <a:t>On-Premise &amp; Cloud Integration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01D31E82-3EEE-A72D-3C49-E30049D158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7042779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057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71CC-42C7-ABA3-8217-0B7121A5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0B81B7-BD88-6950-599B-CBE80191A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6042" y="961005"/>
            <a:ext cx="8911647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/>
              <a:t>Microsoft Azure: PaaS, IaaS, SaaS</a:t>
            </a:r>
            <a:endParaRPr lang="en-US" sz="25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155686-ADFF-9D11-E792-528D7AECA8B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 numCol="1" spcCol="274320">
            <a:normAutofit/>
          </a:bodyPr>
          <a:lstStyle/>
          <a:p>
            <a:r>
              <a:rPr lang="en-IN" dirty="0"/>
              <a:t>IaaS (Infrastructure as a Service):</a:t>
            </a:r>
          </a:p>
          <a:p>
            <a:pPr lvl="1"/>
            <a:r>
              <a:rPr lang="en-IN" sz="2400"/>
              <a:t>Virtual machines, networks, storage.</a:t>
            </a:r>
          </a:p>
          <a:p>
            <a:pPr lvl="1"/>
            <a:r>
              <a:rPr lang="en-IN" sz="2400"/>
              <a:t>User manages OS and apps.</a:t>
            </a:r>
          </a:p>
          <a:p>
            <a:pPr lvl="1"/>
            <a:r>
              <a:rPr lang="en-IN" sz="2400"/>
              <a:t>Example: Azure Virtual Machines.</a:t>
            </a:r>
          </a:p>
          <a:p>
            <a:r>
              <a:rPr lang="en-IN" dirty="0"/>
              <a:t>PaaS (Platform as a Service):</a:t>
            </a:r>
          </a:p>
          <a:p>
            <a:pPr lvl="1"/>
            <a:r>
              <a:rPr lang="en-IN" sz="2400"/>
              <a:t>Provides runtime environment for app development.</a:t>
            </a:r>
          </a:p>
          <a:p>
            <a:pPr lvl="1"/>
            <a:r>
              <a:rPr lang="en-IN" sz="2400"/>
              <a:t>Example: Azure App Service.</a:t>
            </a:r>
          </a:p>
          <a:p>
            <a:pPr marL="0" indent="0">
              <a:buNone/>
            </a:pP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4021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3C25-45A1-6B22-1FDC-A8DD7D94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93412F6-E846-4B3E-CAC7-AA6566BA9F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/>
              <a:t>Microsoft Azure: PaaS, IaaS, SaaS </a:t>
            </a:r>
          </a:p>
          <a:p>
            <a:pPr marL="0" indent="0">
              <a:buNone/>
            </a:pP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44EF512B-490B-946F-30F4-0E558A879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5014267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60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BA4F-AC3A-02E3-070D-82D4141C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B321B6-4E25-338F-D1C1-72310CA20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/>
              <a:t>Network Protocols</a:t>
            </a:r>
            <a:endParaRPr lang="en-US" sz="2500"/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931A36DA-A7AC-0CED-F1B4-C037D82C0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551469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40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F71BA-51AC-FD7C-D5FD-9467D5AD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E035943-9126-EB6C-1B39-E5D62EC98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Network Protocols</a:t>
            </a:r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1A6359E0-640A-78B5-A382-7F5AFBA056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668075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75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7F6B-F788-A084-2936-7B588E62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442B02C-D626-BB0C-F15F-670C9EB0B3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OS Security Features</a:t>
            </a:r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CD5BB087-2576-BCF9-D2A9-8D59FEF7B7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754029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707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55674-751D-C034-45A7-4E343061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4C752C-1FFE-8629-7638-CFC7574110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/>
              <a:t>OS Security Features</a:t>
            </a:r>
          </a:p>
        </p:txBody>
      </p:sp>
      <p:graphicFrame>
        <p:nvGraphicFramePr>
          <p:cNvPr id="24" name="Content Placeholder 7">
            <a:extLst>
              <a:ext uri="{FF2B5EF4-FFF2-40B4-BE49-F238E27FC236}">
                <a16:creationId xmlns:a16="http://schemas.microsoft.com/office/drawing/2014/main" id="{BC08C397-AAA8-BEAF-51DC-C3ED222C2F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10227"/>
              </p:ext>
            </p:extLst>
          </p:nvPr>
        </p:nvGraphicFramePr>
        <p:xfrm>
          <a:off x="533400" y="1822450"/>
          <a:ext cx="11125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7918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2B9B-DFAC-0E48-FC1D-B5B0DA45A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sFor_Spectra.potx" id="{D243AE31-2911-4724-A6B0-9DF4D975FB8C}" vid="{DF7EB32A-31C2-4AB8-91DF-BF0AD935DC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55CB52-33A3-4B47-8C1D-0EE24875E3DC}">
  <ds:schemaRefs>
    <ds:schemaRef ds:uri="http://schemas.microsoft.com/office/2006/metadata/properties"/>
    <ds:schemaRef ds:uri="http://schemas.microsoft.com/office/infopath/2007/PartnerControls"/>
    <ds:schemaRef ds:uri="88563cb8-e9e3-40d4-951f-126d0c29510d"/>
  </ds:schemaRefs>
</ds:datastoreItem>
</file>

<file path=customXml/itemProps4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547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Wingdings</vt:lpstr>
      <vt:lpstr>Office Theme</vt:lpstr>
      <vt:lpstr>Click to edit  Master title style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LTIMindtree PowerPoint Template_Download Source Sans Pro Font</dc:title>
  <dc:creator>Payal Gahlot</dc:creator>
  <cp:lastModifiedBy>shivam kumar sinha</cp:lastModifiedBy>
  <cp:revision>67</cp:revision>
  <dcterms:created xsi:type="dcterms:W3CDTF">2022-10-14T05:48:11Z</dcterms:created>
  <dcterms:modified xsi:type="dcterms:W3CDTF">2025-11-09T11:01:53Z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